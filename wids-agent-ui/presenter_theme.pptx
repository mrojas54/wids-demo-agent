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3A030A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3A030A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3A030A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3A030A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3A030A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3A030A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3A030A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3A030A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3A030A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3A030A"/>
        </a:fontRef>
        <a:srgbClr val="3A030A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rgbClr val="CCF0D6"/>
          </a:solidFill>
        </a:fill>
      </a:tcStyle>
    </a:wholeTbl>
    <a:band2H>
      <a:tcTxStyle b="def" i="def"/>
      <a:tcStyle>
        <a:tcBdr/>
        <a:fill>
          <a:solidFill>
            <a:srgbClr val="E7F8EC"/>
          </a:solidFill>
        </a:fill>
      </a:tcStyle>
    </a:band2H>
    <a:firstCol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381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381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3A030A"/>
        </a:fontRef>
        <a:srgbClr val="3A030A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rgbClr val="CAFFEA"/>
          </a:solidFill>
        </a:fill>
      </a:tcStyle>
    </a:wholeTbl>
    <a:band2H>
      <a:tcTxStyle b="def" i="def"/>
      <a:tcStyle>
        <a:tcBdr/>
        <a:fill>
          <a:solidFill>
            <a:srgbClr val="E6FFF5"/>
          </a:solidFill>
        </a:fill>
      </a:tcStyle>
    </a:band2H>
    <a:firstCol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381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381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3A030A"/>
        </a:fontRef>
        <a:srgbClr val="3A030A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rgbClr val="CAFEE3"/>
          </a:solidFill>
        </a:fill>
      </a:tcStyle>
    </a:wholeTbl>
    <a:band2H>
      <a:tcTxStyle b="def" i="def"/>
      <a:tcStyle>
        <a:tcBdr/>
        <a:fill>
          <a:solidFill>
            <a:srgbClr val="E6FEF1"/>
          </a:solidFill>
        </a:fill>
      </a:tcStyle>
    </a:band2H>
    <a:firstCol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381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381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3A030A"/>
        </a:fontRef>
        <a:srgbClr val="3A030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6E6"/>
          </a:solidFill>
        </a:fill>
      </a:tcStyle>
    </a:wholeTbl>
    <a:band2H>
      <a:tcTxStyle b="def" i="def"/>
      <a:tcStyle>
        <a:tcBdr/>
        <a:fill>
          <a:solidFill>
            <a:srgbClr val="A71334"/>
          </a:solidFill>
        </a:fill>
      </a:tcStyle>
    </a:band2H>
    <a:firstCol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3A030A"/>
        </a:fontRef>
        <a:srgbClr val="3A030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3A030A"/>
              </a:solidFill>
              <a:prstDash val="solid"/>
              <a:round/>
            </a:ln>
          </a:top>
          <a:bottom>
            <a:ln w="25400" cap="flat">
              <a:solidFill>
                <a:srgbClr val="3A030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71334"/>
          </a:solidFill>
        </a:fill>
      </a:tcStyle>
    </a:lastRow>
    <a:firstRow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A030A"/>
              </a:solidFill>
              <a:prstDash val="solid"/>
              <a:round/>
            </a:ln>
          </a:top>
          <a:bottom>
            <a:ln w="25400" cap="flat">
              <a:solidFill>
                <a:srgbClr val="3A030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3A030A"/>
        </a:fontRef>
        <a:srgbClr val="3A030A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rgbClr val="CDCACA"/>
          </a:solidFill>
        </a:fill>
      </a:tcStyle>
    </a:wholeTbl>
    <a:band2H>
      <a:tcTxStyle b="def" i="def"/>
      <a:tcStyle>
        <a:tcBdr/>
        <a:fill>
          <a:solidFill>
            <a:srgbClr val="E7E6E6"/>
          </a:solidFill>
        </a:fill>
      </a:tcStyle>
    </a:band2H>
    <a:firstCol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rgbClr val="3A030A"/>
          </a:solidFill>
        </a:fill>
      </a:tcStyle>
    </a:firstCol>
    <a:lastRow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381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rgbClr val="3A030A"/>
          </a:solidFill>
        </a:fill>
      </a:tcStyle>
    </a:lastRow>
    <a:firstRow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381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rgbClr val="3A030A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rgbClr val="A7133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solidFill>
            <a:srgbClr val="A71334">
              <a:alpha val="20000"/>
            </a:srgbClr>
          </a:solidFill>
        </a:fill>
      </a:tcStyle>
    </a:firstCol>
    <a:lastRow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50800" cap="flat">
              <a:solidFill>
                <a:srgbClr val="A71334"/>
              </a:solidFill>
              <a:prstDash val="solid"/>
              <a:round/>
            </a:ln>
          </a:top>
          <a:bottom>
            <a:ln w="127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A71334"/>
        </a:fontRef>
        <a:srgbClr val="A71334"/>
      </a:tcTxStyle>
      <a:tcStyle>
        <a:tcBdr>
          <a:left>
            <a:ln w="12700" cap="flat">
              <a:solidFill>
                <a:srgbClr val="A71334"/>
              </a:solidFill>
              <a:prstDash val="solid"/>
              <a:round/>
            </a:ln>
          </a:left>
          <a:right>
            <a:ln w="12700" cap="flat">
              <a:solidFill>
                <a:srgbClr val="A71334"/>
              </a:solidFill>
              <a:prstDash val="solid"/>
              <a:round/>
            </a:ln>
          </a:right>
          <a:top>
            <a:ln w="12700" cap="flat">
              <a:solidFill>
                <a:srgbClr val="A71334"/>
              </a:solidFill>
              <a:prstDash val="solid"/>
              <a:round/>
            </a:ln>
          </a:top>
          <a:bottom>
            <a:ln w="25400" cap="flat">
              <a:solidFill>
                <a:srgbClr val="A71334"/>
              </a:solidFill>
              <a:prstDash val="solid"/>
              <a:round/>
            </a:ln>
          </a:bottom>
          <a:insideH>
            <a:ln w="12700" cap="flat">
              <a:solidFill>
                <a:srgbClr val="A71334"/>
              </a:solidFill>
              <a:prstDash val="solid"/>
              <a:round/>
            </a:ln>
          </a:insideH>
          <a:insideV>
            <a:ln w="12700" cap="flat">
              <a:solidFill>
                <a:srgbClr val="A7133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5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7" name="Shape 5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2924249" y="2804486"/>
            <a:ext cx="3295502" cy="7926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Google Shape;11;p2"/>
          <p:cNvSpPr/>
          <p:nvPr/>
        </p:nvSpPr>
        <p:spPr>
          <a:xfrm>
            <a:off x="1060481" y="1158637"/>
            <a:ext cx="121174" cy="12141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24" name="Google Shape;12;p2"/>
          <p:cNvSpPr/>
          <p:nvPr/>
        </p:nvSpPr>
        <p:spPr>
          <a:xfrm>
            <a:off x="7799740" y="916084"/>
            <a:ext cx="121409" cy="12141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25" name="Google Shape;13;p2"/>
          <p:cNvSpPr/>
          <p:nvPr/>
        </p:nvSpPr>
        <p:spPr>
          <a:xfrm>
            <a:off x="5257958" y="2452430"/>
            <a:ext cx="57574" cy="57574"/>
          </a:xfrm>
          <a:prstGeom prst="rect">
            <a:avLst/>
          </a:prstGeom>
          <a:ln w="3175">
            <a:solidFill>
              <a:schemeClr val="accent1"/>
            </a:solidFill>
            <a:miter lim="9192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26" name="Google Shape;14;p2"/>
          <p:cNvSpPr/>
          <p:nvPr/>
        </p:nvSpPr>
        <p:spPr>
          <a:xfrm>
            <a:off x="8710048" y="4821494"/>
            <a:ext cx="98035" cy="98271"/>
          </a:xfrm>
          <a:prstGeom prst="rect">
            <a:avLst/>
          </a:prstGeom>
          <a:ln w="3175">
            <a:solidFill>
              <a:schemeClr val="accent1"/>
            </a:solidFill>
            <a:miter lim="9192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27" name="Google Shape;15;p2"/>
          <p:cNvSpPr/>
          <p:nvPr/>
        </p:nvSpPr>
        <p:spPr>
          <a:xfrm>
            <a:off x="275669" y="1557059"/>
            <a:ext cx="57836" cy="57574"/>
          </a:xfrm>
          <a:prstGeom prst="rect">
            <a:avLst/>
          </a:prstGeom>
          <a:ln w="3175">
            <a:solidFill>
              <a:schemeClr val="accent2"/>
            </a:solidFill>
            <a:miter lim="9192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28" name="Google Shape;16;p2"/>
          <p:cNvSpPr/>
          <p:nvPr/>
        </p:nvSpPr>
        <p:spPr>
          <a:xfrm>
            <a:off x="8263673" y="2953706"/>
            <a:ext cx="104088" cy="104296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32" name="Google Shape;17;p2"/>
          <p:cNvGrpSpPr/>
          <p:nvPr/>
        </p:nvGrpSpPr>
        <p:grpSpPr>
          <a:xfrm>
            <a:off x="8263707" y="-434368"/>
            <a:ext cx="188864" cy="1181535"/>
            <a:chOff x="0" y="0"/>
            <a:chExt cx="188862" cy="1181534"/>
          </a:xfrm>
        </p:grpSpPr>
        <p:sp>
          <p:nvSpPr>
            <p:cNvPr id="29" name="Google Shape;18;p2"/>
            <p:cNvSpPr/>
            <p:nvPr/>
          </p:nvSpPr>
          <p:spPr>
            <a:xfrm>
              <a:off x="-1" y="992908"/>
              <a:ext cx="188864" cy="188626"/>
            </a:xfrm>
            <a:prstGeom prst="rect">
              <a:avLst/>
            </a:prstGeom>
            <a:noFill/>
            <a:ln w="5750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0" name="Google Shape;19;p2"/>
            <p:cNvSpPr/>
            <p:nvPr/>
          </p:nvSpPr>
          <p:spPr>
            <a:xfrm>
              <a:off x="27934" y="477193"/>
              <a:ext cx="133203" cy="133201"/>
            </a:xfrm>
            <a:prstGeom prst="rect">
              <a:avLst/>
            </a:prstGeom>
            <a:noFill/>
            <a:ln w="412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1" name="Google Shape;20;p2"/>
            <p:cNvSpPr/>
            <p:nvPr/>
          </p:nvSpPr>
          <p:spPr>
            <a:xfrm>
              <a:off x="54193" y="-1"/>
              <a:ext cx="80451" cy="80713"/>
            </a:xfrm>
            <a:prstGeom prst="rect">
              <a:avLst/>
            </a:prstGeom>
            <a:noFill/>
            <a:ln w="317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33" name="Google Shape;21;p2"/>
          <p:cNvSpPr/>
          <p:nvPr/>
        </p:nvSpPr>
        <p:spPr>
          <a:xfrm>
            <a:off x="8486022" y="1614630"/>
            <a:ext cx="80451" cy="80452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36" name="Google Shape;22;p2"/>
          <p:cNvGrpSpPr/>
          <p:nvPr/>
        </p:nvGrpSpPr>
        <p:grpSpPr>
          <a:xfrm>
            <a:off x="3090745" y="-533632"/>
            <a:ext cx="98036" cy="1147545"/>
            <a:chOff x="-1" y="0"/>
            <a:chExt cx="98035" cy="1147544"/>
          </a:xfrm>
        </p:grpSpPr>
        <p:sp>
          <p:nvSpPr>
            <p:cNvPr id="34" name="Google Shape;23;p2"/>
            <p:cNvSpPr/>
            <p:nvPr/>
          </p:nvSpPr>
          <p:spPr>
            <a:xfrm>
              <a:off x="-2" y="1049274"/>
              <a:ext cx="98037" cy="98270"/>
            </a:xfrm>
            <a:prstGeom prst="rect">
              <a:avLst/>
            </a:prstGeom>
            <a:noFill/>
            <a:ln w="3175" cap="flat">
              <a:solidFill>
                <a:schemeClr val="accent1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5" name="Google Shape;24;p2"/>
            <p:cNvSpPr/>
            <p:nvPr/>
          </p:nvSpPr>
          <p:spPr>
            <a:xfrm>
              <a:off x="42679" y="-1"/>
              <a:ext cx="12702" cy="894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46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46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39" name="Google Shape;25;p2"/>
          <p:cNvGrpSpPr/>
          <p:nvPr/>
        </p:nvGrpSpPr>
        <p:grpSpPr>
          <a:xfrm>
            <a:off x="4892770" y="-340086"/>
            <a:ext cx="121175" cy="760444"/>
            <a:chOff x="-1" y="0"/>
            <a:chExt cx="121173" cy="760443"/>
          </a:xfrm>
        </p:grpSpPr>
        <p:sp>
          <p:nvSpPr>
            <p:cNvPr id="37" name="Google Shape;26;p2"/>
            <p:cNvSpPr/>
            <p:nvPr/>
          </p:nvSpPr>
          <p:spPr>
            <a:xfrm>
              <a:off x="-2" y="639297"/>
              <a:ext cx="121175" cy="12114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8" name="Google Shape;27;p2"/>
            <p:cNvSpPr/>
            <p:nvPr/>
          </p:nvSpPr>
          <p:spPr>
            <a:xfrm>
              <a:off x="61679" y="0"/>
              <a:ext cx="12702" cy="55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44" name="Google Shape;28;p2"/>
          <p:cNvGrpSpPr/>
          <p:nvPr/>
        </p:nvGrpSpPr>
        <p:grpSpPr>
          <a:xfrm>
            <a:off x="250615" y="2402326"/>
            <a:ext cx="188627" cy="2468305"/>
            <a:chOff x="0" y="0"/>
            <a:chExt cx="188625" cy="2468303"/>
          </a:xfrm>
        </p:grpSpPr>
        <p:sp>
          <p:nvSpPr>
            <p:cNvPr id="40" name="Google Shape;29;p2"/>
            <p:cNvSpPr/>
            <p:nvPr/>
          </p:nvSpPr>
          <p:spPr>
            <a:xfrm>
              <a:off x="-1" y="2279469"/>
              <a:ext cx="188627" cy="188835"/>
            </a:xfrm>
            <a:prstGeom prst="rect">
              <a:avLst/>
            </a:prstGeom>
            <a:noFill/>
            <a:ln w="5750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41" name="Google Shape;30;p2"/>
            <p:cNvSpPr/>
            <p:nvPr/>
          </p:nvSpPr>
          <p:spPr>
            <a:xfrm>
              <a:off x="27725" y="1763963"/>
              <a:ext cx="133203" cy="133228"/>
            </a:xfrm>
            <a:prstGeom prst="rect">
              <a:avLst/>
            </a:prstGeom>
            <a:noFill/>
            <a:ln w="412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42" name="Google Shape;31;p2"/>
            <p:cNvSpPr/>
            <p:nvPr/>
          </p:nvSpPr>
          <p:spPr>
            <a:xfrm>
              <a:off x="53982" y="1286770"/>
              <a:ext cx="80452" cy="80478"/>
            </a:xfrm>
            <a:prstGeom prst="rect">
              <a:avLst/>
            </a:prstGeom>
            <a:noFill/>
            <a:ln w="317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43" name="Google Shape;32;p2"/>
            <p:cNvSpPr/>
            <p:nvPr/>
          </p:nvSpPr>
          <p:spPr>
            <a:xfrm>
              <a:off x="87961" y="-1"/>
              <a:ext cx="12703" cy="101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53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532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45" name="Google Shape;33;p2"/>
          <p:cNvSpPr/>
          <p:nvPr/>
        </p:nvSpPr>
        <p:spPr>
          <a:xfrm>
            <a:off x="8933619" y="9"/>
            <a:ext cx="12702" cy="2519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068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1068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6" name="Google Shape;34;p2"/>
          <p:cNvSpPr/>
          <p:nvPr/>
        </p:nvSpPr>
        <p:spPr>
          <a:xfrm>
            <a:off x="644743" y="21445"/>
            <a:ext cx="12702" cy="1689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03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1103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49" name="Google Shape;35;p2"/>
          <p:cNvGrpSpPr/>
          <p:nvPr/>
        </p:nvGrpSpPr>
        <p:grpSpPr>
          <a:xfrm>
            <a:off x="2038715" y="173932"/>
            <a:ext cx="57549" cy="831749"/>
            <a:chOff x="0" y="0"/>
            <a:chExt cx="57548" cy="831747"/>
          </a:xfrm>
        </p:grpSpPr>
        <p:sp>
          <p:nvSpPr>
            <p:cNvPr id="47" name="Google Shape;36;p2"/>
            <p:cNvSpPr/>
            <p:nvPr/>
          </p:nvSpPr>
          <p:spPr>
            <a:xfrm>
              <a:off x="-1" y="773939"/>
              <a:ext cx="57550" cy="57809"/>
            </a:xfrm>
            <a:prstGeom prst="rect">
              <a:avLst/>
            </a:prstGeom>
            <a:noFill/>
            <a:ln w="3175" cap="flat">
              <a:solidFill>
                <a:schemeClr val="accent2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48" name="Google Shape;37;p2"/>
            <p:cNvSpPr/>
            <p:nvPr/>
          </p:nvSpPr>
          <p:spPr>
            <a:xfrm>
              <a:off x="22422" y="-1"/>
              <a:ext cx="12702" cy="692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39;p3"/>
          <p:cNvSpPr/>
          <p:nvPr/>
        </p:nvSpPr>
        <p:spPr>
          <a:xfrm>
            <a:off x="7202389" y="916084"/>
            <a:ext cx="121410" cy="12141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58" name="Google Shape;40;p3"/>
          <p:cNvSpPr/>
          <p:nvPr/>
        </p:nvSpPr>
        <p:spPr>
          <a:xfrm>
            <a:off x="8263673" y="2953706"/>
            <a:ext cx="104088" cy="104296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62" name="Google Shape;41;p3"/>
          <p:cNvGrpSpPr/>
          <p:nvPr/>
        </p:nvGrpSpPr>
        <p:grpSpPr>
          <a:xfrm>
            <a:off x="8263707" y="-434368"/>
            <a:ext cx="188864" cy="1181535"/>
            <a:chOff x="0" y="0"/>
            <a:chExt cx="188862" cy="1181534"/>
          </a:xfrm>
        </p:grpSpPr>
        <p:sp>
          <p:nvSpPr>
            <p:cNvPr id="59" name="Google Shape;42;p3"/>
            <p:cNvSpPr/>
            <p:nvPr/>
          </p:nvSpPr>
          <p:spPr>
            <a:xfrm>
              <a:off x="-1" y="992908"/>
              <a:ext cx="188864" cy="188626"/>
            </a:xfrm>
            <a:prstGeom prst="rect">
              <a:avLst/>
            </a:prstGeom>
            <a:noFill/>
            <a:ln w="5750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60" name="Google Shape;43;p3"/>
            <p:cNvSpPr/>
            <p:nvPr/>
          </p:nvSpPr>
          <p:spPr>
            <a:xfrm>
              <a:off x="27934" y="477193"/>
              <a:ext cx="133203" cy="133201"/>
            </a:xfrm>
            <a:prstGeom prst="rect">
              <a:avLst/>
            </a:prstGeom>
            <a:noFill/>
            <a:ln w="412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61" name="Google Shape;44;p3"/>
            <p:cNvSpPr/>
            <p:nvPr/>
          </p:nvSpPr>
          <p:spPr>
            <a:xfrm>
              <a:off x="54193" y="-1"/>
              <a:ext cx="80451" cy="80713"/>
            </a:xfrm>
            <a:prstGeom prst="rect">
              <a:avLst/>
            </a:prstGeom>
            <a:noFill/>
            <a:ln w="317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63" name="Google Shape;45;p3"/>
          <p:cNvSpPr/>
          <p:nvPr/>
        </p:nvSpPr>
        <p:spPr>
          <a:xfrm>
            <a:off x="8486022" y="1614630"/>
            <a:ext cx="80451" cy="80452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66" name="Google Shape;46;p3"/>
          <p:cNvGrpSpPr/>
          <p:nvPr/>
        </p:nvGrpSpPr>
        <p:grpSpPr>
          <a:xfrm>
            <a:off x="3643924" y="-436201"/>
            <a:ext cx="133202" cy="1952355"/>
            <a:chOff x="0" y="0"/>
            <a:chExt cx="133201" cy="1952353"/>
          </a:xfrm>
        </p:grpSpPr>
        <p:sp>
          <p:nvSpPr>
            <p:cNvPr id="64" name="Google Shape;47;p3"/>
            <p:cNvSpPr/>
            <p:nvPr/>
          </p:nvSpPr>
          <p:spPr>
            <a:xfrm>
              <a:off x="-1" y="1819152"/>
              <a:ext cx="133202" cy="133201"/>
            </a:xfrm>
            <a:prstGeom prst="rect">
              <a:avLst/>
            </a:prstGeom>
            <a:noFill/>
            <a:ln w="412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65" name="Google Shape;48;p3"/>
            <p:cNvSpPr/>
            <p:nvPr/>
          </p:nvSpPr>
          <p:spPr>
            <a:xfrm>
              <a:off x="60251" y="-1"/>
              <a:ext cx="12702" cy="1695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497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497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67" name="Google Shape;49;p3"/>
          <p:cNvSpPr/>
          <p:nvPr/>
        </p:nvSpPr>
        <p:spPr>
          <a:xfrm>
            <a:off x="8933619" y="9"/>
            <a:ext cx="12702" cy="2519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068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1068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70" name="Google Shape;50;p3"/>
          <p:cNvGrpSpPr/>
          <p:nvPr/>
        </p:nvGrpSpPr>
        <p:grpSpPr>
          <a:xfrm>
            <a:off x="8008121" y="2108935"/>
            <a:ext cx="198952" cy="2139748"/>
            <a:chOff x="0" y="0"/>
            <a:chExt cx="198950" cy="2139746"/>
          </a:xfrm>
        </p:grpSpPr>
        <p:sp>
          <p:nvSpPr>
            <p:cNvPr id="68" name="Google Shape;51;p3"/>
            <p:cNvSpPr/>
            <p:nvPr/>
          </p:nvSpPr>
          <p:spPr>
            <a:xfrm>
              <a:off x="-1" y="1940770"/>
              <a:ext cx="198952" cy="19897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69" name="Google Shape;52;p3"/>
            <p:cNvSpPr/>
            <p:nvPr/>
          </p:nvSpPr>
          <p:spPr>
            <a:xfrm>
              <a:off x="92992" y="-1"/>
              <a:ext cx="12703" cy="1793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73" name="Google Shape;53;p3"/>
          <p:cNvGrpSpPr/>
          <p:nvPr/>
        </p:nvGrpSpPr>
        <p:grpSpPr>
          <a:xfrm>
            <a:off x="521021" y="1091573"/>
            <a:ext cx="198951" cy="2139748"/>
            <a:chOff x="0" y="0"/>
            <a:chExt cx="198949" cy="2139746"/>
          </a:xfrm>
        </p:grpSpPr>
        <p:sp>
          <p:nvSpPr>
            <p:cNvPr id="71" name="Google Shape;54;p3"/>
            <p:cNvSpPr/>
            <p:nvPr/>
          </p:nvSpPr>
          <p:spPr>
            <a:xfrm>
              <a:off x="0" y="1940770"/>
              <a:ext cx="198950" cy="19897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72" name="Google Shape;55;p3"/>
            <p:cNvSpPr/>
            <p:nvPr/>
          </p:nvSpPr>
          <p:spPr>
            <a:xfrm>
              <a:off x="92992" y="-1"/>
              <a:ext cx="12702" cy="1793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74" name="Title Text"/>
          <p:cNvSpPr txBox="1"/>
          <p:nvPr>
            <p:ph type="title"/>
          </p:nvPr>
        </p:nvSpPr>
        <p:spPr>
          <a:xfrm>
            <a:off x="2031287" y="1742775"/>
            <a:ext cx="2622002" cy="837300"/>
          </a:xfrm>
          <a:prstGeom prst="rect">
            <a:avLst/>
          </a:prstGeom>
        </p:spPr>
        <p:txBody>
          <a:bodyPr/>
          <a:lstStyle>
            <a:lvl1pPr algn="ctr"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75" name="Body Level One…"/>
          <p:cNvSpPr txBox="1"/>
          <p:nvPr>
            <p:ph type="body" sz="quarter" idx="1"/>
          </p:nvPr>
        </p:nvSpPr>
        <p:spPr>
          <a:xfrm>
            <a:off x="1791585" y="2417448"/>
            <a:ext cx="3101402" cy="10488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618825" y="1679175"/>
            <a:ext cx="3534301" cy="20901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lnSpc>
                <a:spcPct val="100000"/>
              </a:lnSpc>
            </a:lvl1pPr>
            <a:lvl2pPr>
              <a:lnSpc>
                <a:spcPct val="100000"/>
              </a:lnSpc>
            </a:lvl2pPr>
            <a:lvl3pPr>
              <a:lnSpc>
                <a:spcPct val="100000"/>
              </a:lnSpc>
            </a:lvl3pPr>
            <a:lvl4pPr>
              <a:lnSpc>
                <a:spcPct val="100000"/>
              </a:lnSpc>
            </a:lvl4pPr>
            <a:lvl5pPr>
              <a:lnSpc>
                <a:spcPct val="100000"/>
              </a:lnSpc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Title Text"/>
          <p:cNvSpPr txBox="1"/>
          <p:nvPr>
            <p:ph type="title"/>
          </p:nvPr>
        </p:nvSpPr>
        <p:spPr>
          <a:xfrm>
            <a:off x="618825" y="411675"/>
            <a:ext cx="2686500" cy="577802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Google Shape;62;p4"/>
          <p:cNvSpPr/>
          <p:nvPr/>
        </p:nvSpPr>
        <p:spPr>
          <a:xfrm>
            <a:off x="719998" y="4690124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86" name="Google Shape;63;p4"/>
          <p:cNvSpPr/>
          <p:nvPr/>
        </p:nvSpPr>
        <p:spPr>
          <a:xfrm>
            <a:off x="2058498" y="4152224"/>
            <a:ext cx="108627" cy="108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87" name="Google Shape;64;p4"/>
          <p:cNvSpPr/>
          <p:nvPr/>
        </p:nvSpPr>
        <p:spPr>
          <a:xfrm>
            <a:off x="1432099" y="4296400"/>
            <a:ext cx="52427" cy="52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129" y="3284"/>
                </a:moveTo>
                <a:lnTo>
                  <a:pt x="18129" y="18130"/>
                </a:lnTo>
                <a:lnTo>
                  <a:pt x="3276" y="18130"/>
                </a:lnTo>
                <a:lnTo>
                  <a:pt x="3276" y="328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88" name="Google Shape;65;p4"/>
          <p:cNvSpPr/>
          <p:nvPr/>
        </p:nvSpPr>
        <p:spPr>
          <a:xfrm>
            <a:off x="2194723" y="4474774"/>
            <a:ext cx="164327" cy="164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89" name="Google Shape;66;p4"/>
          <p:cNvSpPr/>
          <p:nvPr/>
        </p:nvSpPr>
        <p:spPr>
          <a:xfrm>
            <a:off x="1585475" y="4695513"/>
            <a:ext cx="155902" cy="1563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92" name="Google Shape;67;p4"/>
          <p:cNvGrpSpPr/>
          <p:nvPr/>
        </p:nvGrpSpPr>
        <p:grpSpPr>
          <a:xfrm>
            <a:off x="8148520" y="3004618"/>
            <a:ext cx="98037" cy="1147545"/>
            <a:chOff x="-1" y="0"/>
            <a:chExt cx="98036" cy="1147544"/>
          </a:xfrm>
        </p:grpSpPr>
        <p:sp>
          <p:nvSpPr>
            <p:cNvPr id="90" name="Google Shape;68;p4"/>
            <p:cNvSpPr/>
            <p:nvPr/>
          </p:nvSpPr>
          <p:spPr>
            <a:xfrm>
              <a:off x="-2" y="1049274"/>
              <a:ext cx="98037" cy="98270"/>
            </a:xfrm>
            <a:prstGeom prst="rect">
              <a:avLst/>
            </a:prstGeom>
            <a:noFill/>
            <a:ln w="3175" cap="flat">
              <a:solidFill>
                <a:schemeClr val="accent1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91" name="Google Shape;69;p4"/>
            <p:cNvSpPr/>
            <p:nvPr/>
          </p:nvSpPr>
          <p:spPr>
            <a:xfrm>
              <a:off x="42679" y="-1"/>
              <a:ext cx="12703" cy="894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46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46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95" name="Google Shape;70;p4"/>
          <p:cNvGrpSpPr/>
          <p:nvPr/>
        </p:nvGrpSpPr>
        <p:grpSpPr>
          <a:xfrm>
            <a:off x="281419" y="3769288"/>
            <a:ext cx="121175" cy="760445"/>
            <a:chOff x="0" y="0"/>
            <a:chExt cx="121173" cy="760443"/>
          </a:xfrm>
        </p:grpSpPr>
        <p:sp>
          <p:nvSpPr>
            <p:cNvPr id="93" name="Google Shape;71;p4"/>
            <p:cNvSpPr/>
            <p:nvPr/>
          </p:nvSpPr>
          <p:spPr>
            <a:xfrm>
              <a:off x="-1" y="639297"/>
              <a:ext cx="121175" cy="12114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94" name="Google Shape;72;p4"/>
            <p:cNvSpPr/>
            <p:nvPr/>
          </p:nvSpPr>
          <p:spPr>
            <a:xfrm>
              <a:off x="61680" y="0"/>
              <a:ext cx="12702" cy="55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98" name="Google Shape;73;p4"/>
          <p:cNvGrpSpPr/>
          <p:nvPr/>
        </p:nvGrpSpPr>
        <p:grpSpPr>
          <a:xfrm>
            <a:off x="8534764" y="4069658"/>
            <a:ext cx="57550" cy="831749"/>
            <a:chOff x="0" y="0"/>
            <a:chExt cx="57549" cy="831747"/>
          </a:xfrm>
        </p:grpSpPr>
        <p:sp>
          <p:nvSpPr>
            <p:cNvPr id="96" name="Google Shape;74;p4"/>
            <p:cNvSpPr/>
            <p:nvPr/>
          </p:nvSpPr>
          <p:spPr>
            <a:xfrm>
              <a:off x="0" y="773939"/>
              <a:ext cx="57550" cy="57809"/>
            </a:xfrm>
            <a:prstGeom prst="rect">
              <a:avLst/>
            </a:prstGeom>
            <a:noFill/>
            <a:ln w="3175" cap="flat">
              <a:solidFill>
                <a:schemeClr val="accent2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97" name="Google Shape;75;p4"/>
            <p:cNvSpPr/>
            <p:nvPr/>
          </p:nvSpPr>
          <p:spPr>
            <a:xfrm>
              <a:off x="22422" y="-1"/>
              <a:ext cx="12703" cy="692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99" name="Google Shape;76;p4"/>
          <p:cNvSpPr/>
          <p:nvPr/>
        </p:nvSpPr>
        <p:spPr>
          <a:xfrm>
            <a:off x="7686099" y="4568873"/>
            <a:ext cx="164327" cy="164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00" name="Google Shape;77;p4"/>
          <p:cNvSpPr/>
          <p:nvPr/>
        </p:nvSpPr>
        <p:spPr>
          <a:xfrm>
            <a:off x="8868125" y="3769262"/>
            <a:ext cx="155902" cy="1563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Text"/>
          <p:cNvSpPr txBox="1"/>
          <p:nvPr>
            <p:ph type="title"/>
          </p:nvPr>
        </p:nvSpPr>
        <p:spPr>
          <a:xfrm>
            <a:off x="923625" y="1196026"/>
            <a:ext cx="982202" cy="57780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quarter" idx="1"/>
          </p:nvPr>
        </p:nvSpPr>
        <p:spPr>
          <a:xfrm>
            <a:off x="923637" y="1684091"/>
            <a:ext cx="2620500" cy="11124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114300">
              <a:lnSpc>
                <a:spcPct val="100000"/>
              </a:lnSpc>
              <a:buClrTx/>
              <a:buSzTx/>
              <a:buFontTx/>
              <a:buNone/>
              <a:defRPr sz="1400"/>
            </a:lvl1pPr>
            <a:lvl2pPr marL="228600" indent="114300">
              <a:lnSpc>
                <a:spcPct val="100000"/>
              </a:lnSpc>
              <a:buClrTx/>
              <a:buSzTx/>
              <a:buFontTx/>
              <a:buNone/>
              <a:defRPr sz="1400"/>
            </a:lvl2pPr>
            <a:lvl3pPr marL="228600" indent="114300">
              <a:lnSpc>
                <a:spcPct val="100000"/>
              </a:lnSpc>
              <a:buClrTx/>
              <a:buSzTx/>
              <a:buFontTx/>
              <a:buNone/>
              <a:defRPr sz="1400"/>
            </a:lvl3pPr>
            <a:lvl4pPr marL="228600" indent="114300">
              <a:lnSpc>
                <a:spcPct val="100000"/>
              </a:lnSpc>
              <a:buClrTx/>
              <a:buSzTx/>
              <a:buFontTx/>
              <a:buNone/>
              <a:defRPr sz="1400"/>
            </a:lvl4pPr>
            <a:lvl5pPr marL="228600" indent="114300">
              <a:lnSpc>
                <a:spcPct val="100000"/>
              </a:lnSpc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0" name="Google Shape;84;p5"/>
          <p:cNvSpPr/>
          <p:nvPr/>
        </p:nvSpPr>
        <p:spPr>
          <a:xfrm>
            <a:off x="7131387" y="365350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11" name="Google Shape;85;p5"/>
          <p:cNvSpPr/>
          <p:nvPr/>
        </p:nvSpPr>
        <p:spPr>
          <a:xfrm>
            <a:off x="8403211" y="218398"/>
            <a:ext cx="108627" cy="1086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12" name="Google Shape;86;p5"/>
          <p:cNvSpPr/>
          <p:nvPr/>
        </p:nvSpPr>
        <p:spPr>
          <a:xfrm>
            <a:off x="7776812" y="362575"/>
            <a:ext cx="52427" cy="52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129" y="3284"/>
                </a:moveTo>
                <a:lnTo>
                  <a:pt x="18129" y="18130"/>
                </a:lnTo>
                <a:lnTo>
                  <a:pt x="3276" y="18130"/>
                </a:lnTo>
                <a:lnTo>
                  <a:pt x="3276" y="328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13" name="Google Shape;87;p5"/>
          <p:cNvSpPr/>
          <p:nvPr/>
        </p:nvSpPr>
        <p:spPr>
          <a:xfrm>
            <a:off x="8539436" y="540950"/>
            <a:ext cx="164327" cy="164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116" name="Google Shape;88;p5"/>
          <p:cNvGrpSpPr/>
          <p:nvPr/>
        </p:nvGrpSpPr>
        <p:grpSpPr>
          <a:xfrm>
            <a:off x="6626133" y="-164536"/>
            <a:ext cx="121175" cy="760444"/>
            <a:chOff x="-1" y="0"/>
            <a:chExt cx="121173" cy="760443"/>
          </a:xfrm>
        </p:grpSpPr>
        <p:sp>
          <p:nvSpPr>
            <p:cNvPr id="114" name="Google Shape;89;p5"/>
            <p:cNvSpPr/>
            <p:nvPr/>
          </p:nvSpPr>
          <p:spPr>
            <a:xfrm>
              <a:off x="-2" y="639297"/>
              <a:ext cx="121175" cy="12114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15" name="Google Shape;90;p5"/>
            <p:cNvSpPr/>
            <p:nvPr/>
          </p:nvSpPr>
          <p:spPr>
            <a:xfrm>
              <a:off x="61679" y="0"/>
              <a:ext cx="12702" cy="55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117" name="Google Shape;91;p5"/>
          <p:cNvSpPr/>
          <p:nvPr/>
        </p:nvSpPr>
        <p:spPr>
          <a:xfrm>
            <a:off x="318236" y="4418924"/>
            <a:ext cx="108627" cy="108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18" name="Google Shape;92;p5"/>
          <p:cNvSpPr/>
          <p:nvPr/>
        </p:nvSpPr>
        <p:spPr>
          <a:xfrm>
            <a:off x="454463" y="4741474"/>
            <a:ext cx="164327" cy="164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dy Level One…"/>
          <p:cNvSpPr txBox="1"/>
          <p:nvPr>
            <p:ph type="body" sz="quarter" idx="1"/>
          </p:nvPr>
        </p:nvSpPr>
        <p:spPr>
          <a:xfrm>
            <a:off x="618306" y="2199025"/>
            <a:ext cx="1905900" cy="12963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indent="-304800">
              <a:buSzPts val="1600"/>
              <a:defRPr sz="1600"/>
            </a:lvl1pPr>
            <a:lvl2pPr marL="1016000" indent="-406400">
              <a:buSzPts val="1600"/>
              <a:defRPr sz="1600"/>
            </a:lvl2pPr>
            <a:lvl3pPr marL="1473200" indent="-406400">
              <a:buSzPts val="1600"/>
              <a:defRPr sz="1600"/>
            </a:lvl3pPr>
            <a:lvl4pPr marL="1930400" indent="-406400">
              <a:buSzPts val="1600"/>
              <a:defRPr sz="1600"/>
            </a:lvl4pPr>
            <a:lvl5pPr marL="2387600" indent="-406400">
              <a:buSzPts val="1600"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6" name="Google Shape;108;p7"/>
          <p:cNvSpPr/>
          <p:nvPr/>
        </p:nvSpPr>
        <p:spPr>
          <a:xfrm>
            <a:off x="7131387" y="365350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37" name="Google Shape;109;p7"/>
          <p:cNvSpPr/>
          <p:nvPr/>
        </p:nvSpPr>
        <p:spPr>
          <a:xfrm>
            <a:off x="8403211" y="218398"/>
            <a:ext cx="108627" cy="1086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38" name="Google Shape;110;p7"/>
          <p:cNvSpPr/>
          <p:nvPr/>
        </p:nvSpPr>
        <p:spPr>
          <a:xfrm>
            <a:off x="7776812" y="362575"/>
            <a:ext cx="52427" cy="52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129" y="3284"/>
                </a:moveTo>
                <a:lnTo>
                  <a:pt x="18129" y="18130"/>
                </a:lnTo>
                <a:lnTo>
                  <a:pt x="3276" y="18130"/>
                </a:lnTo>
                <a:lnTo>
                  <a:pt x="3276" y="328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39" name="Google Shape;111;p7"/>
          <p:cNvSpPr/>
          <p:nvPr/>
        </p:nvSpPr>
        <p:spPr>
          <a:xfrm>
            <a:off x="8539436" y="540950"/>
            <a:ext cx="164327" cy="164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142" name="Google Shape;112;p7"/>
          <p:cNvGrpSpPr/>
          <p:nvPr/>
        </p:nvGrpSpPr>
        <p:grpSpPr>
          <a:xfrm>
            <a:off x="6626133" y="-164536"/>
            <a:ext cx="121175" cy="760444"/>
            <a:chOff x="-1" y="0"/>
            <a:chExt cx="121173" cy="760443"/>
          </a:xfrm>
        </p:grpSpPr>
        <p:sp>
          <p:nvSpPr>
            <p:cNvPr id="140" name="Google Shape;113;p7"/>
            <p:cNvSpPr/>
            <p:nvPr/>
          </p:nvSpPr>
          <p:spPr>
            <a:xfrm>
              <a:off x="-2" y="639297"/>
              <a:ext cx="121175" cy="12114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41" name="Google Shape;114;p7"/>
            <p:cNvSpPr/>
            <p:nvPr/>
          </p:nvSpPr>
          <p:spPr>
            <a:xfrm>
              <a:off x="61679" y="0"/>
              <a:ext cx="12702" cy="55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143" name="Google Shape;115;p7"/>
          <p:cNvSpPr/>
          <p:nvPr/>
        </p:nvSpPr>
        <p:spPr>
          <a:xfrm>
            <a:off x="318236" y="4418924"/>
            <a:ext cx="108627" cy="108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44" name="Google Shape;116;p7"/>
          <p:cNvSpPr/>
          <p:nvPr/>
        </p:nvSpPr>
        <p:spPr>
          <a:xfrm>
            <a:off x="454463" y="4741474"/>
            <a:ext cx="164327" cy="164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Text"/>
          <p:cNvSpPr txBox="1"/>
          <p:nvPr>
            <p:ph type="title"/>
          </p:nvPr>
        </p:nvSpPr>
        <p:spPr>
          <a:xfrm>
            <a:off x="2037000" y="1496400"/>
            <a:ext cx="5070000" cy="2150700"/>
          </a:xfrm>
          <a:prstGeom prst="rect">
            <a:avLst/>
          </a:prstGeom>
        </p:spPr>
        <p:txBody>
          <a:bodyPr anchor="ctr"/>
          <a:lstStyle>
            <a:lvl1pPr algn="ctr">
              <a:defRPr sz="7200"/>
            </a:lvl1pPr>
          </a:lstStyle>
          <a:p>
            <a:pPr/>
            <a:r>
              <a:t>Title Text</a:t>
            </a:r>
          </a:p>
        </p:txBody>
      </p:sp>
      <p:sp>
        <p:nvSpPr>
          <p:cNvPr id="153" name="Google Shape;119;p8"/>
          <p:cNvSpPr/>
          <p:nvPr/>
        </p:nvSpPr>
        <p:spPr>
          <a:xfrm>
            <a:off x="1060481" y="1158637"/>
            <a:ext cx="121174" cy="12141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54" name="Google Shape;120;p8"/>
          <p:cNvSpPr/>
          <p:nvPr/>
        </p:nvSpPr>
        <p:spPr>
          <a:xfrm>
            <a:off x="7799740" y="916084"/>
            <a:ext cx="121409" cy="12141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55" name="Google Shape;121;p8"/>
          <p:cNvSpPr/>
          <p:nvPr/>
        </p:nvSpPr>
        <p:spPr>
          <a:xfrm>
            <a:off x="5257958" y="2452430"/>
            <a:ext cx="57574" cy="57574"/>
          </a:xfrm>
          <a:prstGeom prst="rect">
            <a:avLst/>
          </a:prstGeom>
          <a:ln w="3175">
            <a:solidFill>
              <a:schemeClr val="accent1"/>
            </a:solidFill>
            <a:miter lim="9192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56" name="Google Shape;122;p8"/>
          <p:cNvSpPr/>
          <p:nvPr/>
        </p:nvSpPr>
        <p:spPr>
          <a:xfrm>
            <a:off x="275669" y="1557059"/>
            <a:ext cx="57836" cy="57574"/>
          </a:xfrm>
          <a:prstGeom prst="rect">
            <a:avLst/>
          </a:prstGeom>
          <a:ln w="3175">
            <a:solidFill>
              <a:schemeClr val="accent2"/>
            </a:solidFill>
            <a:miter lim="9192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57" name="Google Shape;123;p8"/>
          <p:cNvSpPr/>
          <p:nvPr/>
        </p:nvSpPr>
        <p:spPr>
          <a:xfrm>
            <a:off x="2307907" y="3002412"/>
            <a:ext cx="104061" cy="104296"/>
          </a:xfrm>
          <a:prstGeom prst="rect">
            <a:avLst/>
          </a:prstGeom>
          <a:ln w="3175">
            <a:solidFill>
              <a:schemeClr val="accent2"/>
            </a:solidFill>
            <a:miter lim="9192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58" name="Google Shape;124;p8"/>
          <p:cNvSpPr/>
          <p:nvPr/>
        </p:nvSpPr>
        <p:spPr>
          <a:xfrm>
            <a:off x="8263673" y="2953706"/>
            <a:ext cx="104088" cy="104296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162" name="Google Shape;125;p8"/>
          <p:cNvGrpSpPr/>
          <p:nvPr/>
        </p:nvGrpSpPr>
        <p:grpSpPr>
          <a:xfrm>
            <a:off x="8263707" y="-434368"/>
            <a:ext cx="188864" cy="1181535"/>
            <a:chOff x="0" y="0"/>
            <a:chExt cx="188862" cy="1181534"/>
          </a:xfrm>
        </p:grpSpPr>
        <p:sp>
          <p:nvSpPr>
            <p:cNvPr id="159" name="Google Shape;126;p8"/>
            <p:cNvSpPr/>
            <p:nvPr/>
          </p:nvSpPr>
          <p:spPr>
            <a:xfrm>
              <a:off x="-1" y="992908"/>
              <a:ext cx="188864" cy="188626"/>
            </a:xfrm>
            <a:prstGeom prst="rect">
              <a:avLst/>
            </a:prstGeom>
            <a:noFill/>
            <a:ln w="5750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60" name="Google Shape;127;p8"/>
            <p:cNvSpPr/>
            <p:nvPr/>
          </p:nvSpPr>
          <p:spPr>
            <a:xfrm>
              <a:off x="27934" y="477193"/>
              <a:ext cx="133203" cy="133201"/>
            </a:xfrm>
            <a:prstGeom prst="rect">
              <a:avLst/>
            </a:prstGeom>
            <a:noFill/>
            <a:ln w="412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61" name="Google Shape;128;p8"/>
            <p:cNvSpPr/>
            <p:nvPr/>
          </p:nvSpPr>
          <p:spPr>
            <a:xfrm>
              <a:off x="54193" y="-1"/>
              <a:ext cx="80451" cy="80713"/>
            </a:xfrm>
            <a:prstGeom prst="rect">
              <a:avLst/>
            </a:prstGeom>
            <a:noFill/>
            <a:ln w="317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163" name="Google Shape;129;p8"/>
          <p:cNvSpPr/>
          <p:nvPr/>
        </p:nvSpPr>
        <p:spPr>
          <a:xfrm>
            <a:off x="8486022" y="1614630"/>
            <a:ext cx="80451" cy="80452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64" name="Google Shape;130;p8"/>
          <p:cNvSpPr/>
          <p:nvPr/>
        </p:nvSpPr>
        <p:spPr>
          <a:xfrm>
            <a:off x="6293029" y="835635"/>
            <a:ext cx="80451" cy="8045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65" name="Google Shape;131;p8"/>
          <p:cNvSpPr/>
          <p:nvPr/>
        </p:nvSpPr>
        <p:spPr>
          <a:xfrm>
            <a:off x="1778530" y="2156778"/>
            <a:ext cx="119941" cy="119968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168" name="Google Shape;132;p8"/>
          <p:cNvGrpSpPr/>
          <p:nvPr/>
        </p:nvGrpSpPr>
        <p:grpSpPr>
          <a:xfrm>
            <a:off x="3090745" y="-533632"/>
            <a:ext cx="98036" cy="1147545"/>
            <a:chOff x="-1" y="0"/>
            <a:chExt cx="98035" cy="1147544"/>
          </a:xfrm>
        </p:grpSpPr>
        <p:sp>
          <p:nvSpPr>
            <p:cNvPr id="166" name="Google Shape;133;p8"/>
            <p:cNvSpPr/>
            <p:nvPr/>
          </p:nvSpPr>
          <p:spPr>
            <a:xfrm>
              <a:off x="-2" y="1049274"/>
              <a:ext cx="98037" cy="98270"/>
            </a:xfrm>
            <a:prstGeom prst="rect">
              <a:avLst/>
            </a:prstGeom>
            <a:noFill/>
            <a:ln w="3175" cap="flat">
              <a:solidFill>
                <a:schemeClr val="accent1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67" name="Google Shape;134;p8"/>
            <p:cNvSpPr/>
            <p:nvPr/>
          </p:nvSpPr>
          <p:spPr>
            <a:xfrm>
              <a:off x="42679" y="-1"/>
              <a:ext cx="12702" cy="894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46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46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171" name="Google Shape;135;p8"/>
          <p:cNvGrpSpPr/>
          <p:nvPr/>
        </p:nvGrpSpPr>
        <p:grpSpPr>
          <a:xfrm>
            <a:off x="4892770" y="-340086"/>
            <a:ext cx="121175" cy="760444"/>
            <a:chOff x="-1" y="0"/>
            <a:chExt cx="121173" cy="760443"/>
          </a:xfrm>
        </p:grpSpPr>
        <p:sp>
          <p:nvSpPr>
            <p:cNvPr id="169" name="Google Shape;136;p8"/>
            <p:cNvSpPr/>
            <p:nvPr/>
          </p:nvSpPr>
          <p:spPr>
            <a:xfrm>
              <a:off x="-2" y="639297"/>
              <a:ext cx="121175" cy="12114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70" name="Google Shape;137;p8"/>
            <p:cNvSpPr/>
            <p:nvPr/>
          </p:nvSpPr>
          <p:spPr>
            <a:xfrm>
              <a:off x="61679" y="0"/>
              <a:ext cx="12702" cy="55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174" name="Google Shape;138;p8"/>
          <p:cNvGrpSpPr/>
          <p:nvPr/>
        </p:nvGrpSpPr>
        <p:grpSpPr>
          <a:xfrm>
            <a:off x="6967862" y="85436"/>
            <a:ext cx="133202" cy="1952355"/>
            <a:chOff x="0" y="0"/>
            <a:chExt cx="133201" cy="1952353"/>
          </a:xfrm>
        </p:grpSpPr>
        <p:sp>
          <p:nvSpPr>
            <p:cNvPr id="172" name="Google Shape;139;p8"/>
            <p:cNvSpPr/>
            <p:nvPr/>
          </p:nvSpPr>
          <p:spPr>
            <a:xfrm>
              <a:off x="-1" y="1819152"/>
              <a:ext cx="133202" cy="133201"/>
            </a:xfrm>
            <a:prstGeom prst="rect">
              <a:avLst/>
            </a:prstGeom>
            <a:noFill/>
            <a:ln w="412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73" name="Google Shape;140;p8"/>
            <p:cNvSpPr/>
            <p:nvPr/>
          </p:nvSpPr>
          <p:spPr>
            <a:xfrm>
              <a:off x="60251" y="-1"/>
              <a:ext cx="12702" cy="1695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497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497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179" name="Google Shape;141;p8"/>
          <p:cNvGrpSpPr/>
          <p:nvPr/>
        </p:nvGrpSpPr>
        <p:grpSpPr>
          <a:xfrm>
            <a:off x="250615" y="2402326"/>
            <a:ext cx="188627" cy="2468305"/>
            <a:chOff x="0" y="0"/>
            <a:chExt cx="188625" cy="2468303"/>
          </a:xfrm>
        </p:grpSpPr>
        <p:sp>
          <p:nvSpPr>
            <p:cNvPr id="175" name="Google Shape;142;p8"/>
            <p:cNvSpPr/>
            <p:nvPr/>
          </p:nvSpPr>
          <p:spPr>
            <a:xfrm>
              <a:off x="-1" y="2279469"/>
              <a:ext cx="188627" cy="188835"/>
            </a:xfrm>
            <a:prstGeom prst="rect">
              <a:avLst/>
            </a:prstGeom>
            <a:noFill/>
            <a:ln w="5750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76" name="Google Shape;143;p8"/>
            <p:cNvSpPr/>
            <p:nvPr/>
          </p:nvSpPr>
          <p:spPr>
            <a:xfrm>
              <a:off x="27725" y="1763963"/>
              <a:ext cx="133203" cy="133228"/>
            </a:xfrm>
            <a:prstGeom prst="rect">
              <a:avLst/>
            </a:prstGeom>
            <a:noFill/>
            <a:ln w="412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77" name="Google Shape;144;p8"/>
            <p:cNvSpPr/>
            <p:nvPr/>
          </p:nvSpPr>
          <p:spPr>
            <a:xfrm>
              <a:off x="53982" y="1286770"/>
              <a:ext cx="80452" cy="80478"/>
            </a:xfrm>
            <a:prstGeom prst="rect">
              <a:avLst/>
            </a:prstGeom>
            <a:noFill/>
            <a:ln w="317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78" name="Google Shape;145;p8"/>
            <p:cNvSpPr/>
            <p:nvPr/>
          </p:nvSpPr>
          <p:spPr>
            <a:xfrm>
              <a:off x="87961" y="-1"/>
              <a:ext cx="12703" cy="101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53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532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183" name="Google Shape;146;p8"/>
          <p:cNvGrpSpPr/>
          <p:nvPr/>
        </p:nvGrpSpPr>
        <p:grpSpPr>
          <a:xfrm>
            <a:off x="982414" y="1695095"/>
            <a:ext cx="199215" cy="2828911"/>
            <a:chOff x="-1" y="0"/>
            <a:chExt cx="199214" cy="2828910"/>
          </a:xfrm>
        </p:grpSpPr>
        <p:sp>
          <p:nvSpPr>
            <p:cNvPr id="180" name="Google Shape;147;p8"/>
            <p:cNvSpPr/>
            <p:nvPr/>
          </p:nvSpPr>
          <p:spPr>
            <a:xfrm>
              <a:off x="-2" y="2629725"/>
              <a:ext cx="199215" cy="199186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81" name="Google Shape;148;p8"/>
            <p:cNvSpPr/>
            <p:nvPr/>
          </p:nvSpPr>
          <p:spPr>
            <a:xfrm>
              <a:off x="47458" y="1989458"/>
              <a:ext cx="104062" cy="10406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82" name="Google Shape;149;p8"/>
            <p:cNvSpPr/>
            <p:nvPr/>
          </p:nvSpPr>
          <p:spPr>
            <a:xfrm>
              <a:off x="93255" y="-1"/>
              <a:ext cx="12703" cy="17941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53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532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184" name="Google Shape;150;p8"/>
          <p:cNvSpPr/>
          <p:nvPr/>
        </p:nvSpPr>
        <p:spPr>
          <a:xfrm>
            <a:off x="644743" y="21445"/>
            <a:ext cx="12702" cy="1689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03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1103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187" name="Google Shape;151;p8"/>
          <p:cNvGrpSpPr/>
          <p:nvPr/>
        </p:nvGrpSpPr>
        <p:grpSpPr>
          <a:xfrm>
            <a:off x="2038715" y="173932"/>
            <a:ext cx="57549" cy="831749"/>
            <a:chOff x="0" y="0"/>
            <a:chExt cx="57548" cy="831747"/>
          </a:xfrm>
        </p:grpSpPr>
        <p:sp>
          <p:nvSpPr>
            <p:cNvPr id="185" name="Google Shape;152;p8"/>
            <p:cNvSpPr/>
            <p:nvPr/>
          </p:nvSpPr>
          <p:spPr>
            <a:xfrm>
              <a:off x="-1" y="773939"/>
              <a:ext cx="57550" cy="57809"/>
            </a:xfrm>
            <a:prstGeom prst="rect">
              <a:avLst/>
            </a:prstGeom>
            <a:noFill/>
            <a:ln w="3175" cap="flat">
              <a:solidFill>
                <a:schemeClr val="accent2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86" name="Google Shape;153;p8"/>
            <p:cNvSpPr/>
            <p:nvPr/>
          </p:nvSpPr>
          <p:spPr>
            <a:xfrm>
              <a:off x="22422" y="-1"/>
              <a:ext cx="12702" cy="692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190" name="Google Shape;154;p8"/>
          <p:cNvGrpSpPr/>
          <p:nvPr/>
        </p:nvGrpSpPr>
        <p:grpSpPr>
          <a:xfrm>
            <a:off x="8008121" y="2108935"/>
            <a:ext cx="198952" cy="2139748"/>
            <a:chOff x="0" y="0"/>
            <a:chExt cx="198950" cy="2139746"/>
          </a:xfrm>
        </p:grpSpPr>
        <p:sp>
          <p:nvSpPr>
            <p:cNvPr id="188" name="Google Shape;155;p8"/>
            <p:cNvSpPr/>
            <p:nvPr/>
          </p:nvSpPr>
          <p:spPr>
            <a:xfrm>
              <a:off x="-1" y="1940770"/>
              <a:ext cx="198952" cy="19897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89" name="Google Shape;156;p8"/>
            <p:cNvSpPr/>
            <p:nvPr/>
          </p:nvSpPr>
          <p:spPr>
            <a:xfrm>
              <a:off x="92992" y="-1"/>
              <a:ext cx="12703" cy="1793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191" name="Google Shape;157;p8"/>
          <p:cNvSpPr/>
          <p:nvPr/>
        </p:nvSpPr>
        <p:spPr>
          <a:xfrm>
            <a:off x="2702044" y="1158650"/>
            <a:ext cx="121173" cy="12141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194" name="Google Shape;158;p8"/>
          <p:cNvGrpSpPr/>
          <p:nvPr/>
        </p:nvGrpSpPr>
        <p:grpSpPr>
          <a:xfrm>
            <a:off x="4095172" y="-859665"/>
            <a:ext cx="198951" cy="2139748"/>
            <a:chOff x="0" y="0"/>
            <a:chExt cx="198949" cy="2139746"/>
          </a:xfrm>
        </p:grpSpPr>
        <p:sp>
          <p:nvSpPr>
            <p:cNvPr id="192" name="Google Shape;159;p8"/>
            <p:cNvSpPr/>
            <p:nvPr/>
          </p:nvSpPr>
          <p:spPr>
            <a:xfrm>
              <a:off x="0" y="1940770"/>
              <a:ext cx="198950" cy="19897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93" name="Google Shape;160;p8"/>
            <p:cNvSpPr/>
            <p:nvPr/>
          </p:nvSpPr>
          <p:spPr>
            <a:xfrm>
              <a:off x="92992" y="-1"/>
              <a:ext cx="12702" cy="1793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197" name="Google Shape;161;p8"/>
          <p:cNvGrpSpPr/>
          <p:nvPr/>
        </p:nvGrpSpPr>
        <p:grpSpPr>
          <a:xfrm>
            <a:off x="6333311" y="3704936"/>
            <a:ext cx="133202" cy="1952355"/>
            <a:chOff x="0" y="0"/>
            <a:chExt cx="133201" cy="1952353"/>
          </a:xfrm>
        </p:grpSpPr>
        <p:sp>
          <p:nvSpPr>
            <p:cNvPr id="195" name="Google Shape;162;p8"/>
            <p:cNvSpPr/>
            <p:nvPr/>
          </p:nvSpPr>
          <p:spPr>
            <a:xfrm>
              <a:off x="-1" y="1819152"/>
              <a:ext cx="133202" cy="133201"/>
            </a:xfrm>
            <a:prstGeom prst="rect">
              <a:avLst/>
            </a:prstGeom>
            <a:noFill/>
            <a:ln w="412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96" name="Google Shape;163;p8"/>
            <p:cNvSpPr/>
            <p:nvPr/>
          </p:nvSpPr>
          <p:spPr>
            <a:xfrm>
              <a:off x="60251" y="-1"/>
              <a:ext cx="12702" cy="1695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497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497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200" name="Google Shape;164;p8"/>
          <p:cNvGrpSpPr/>
          <p:nvPr/>
        </p:nvGrpSpPr>
        <p:grpSpPr>
          <a:xfrm>
            <a:off x="2702018" y="3612789"/>
            <a:ext cx="121175" cy="760445"/>
            <a:chOff x="-1" y="0"/>
            <a:chExt cx="121173" cy="760443"/>
          </a:xfrm>
        </p:grpSpPr>
        <p:sp>
          <p:nvSpPr>
            <p:cNvPr id="198" name="Google Shape;165;p8"/>
            <p:cNvSpPr/>
            <p:nvPr/>
          </p:nvSpPr>
          <p:spPr>
            <a:xfrm>
              <a:off x="-2" y="639297"/>
              <a:ext cx="121175" cy="12114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99" name="Google Shape;166;p8"/>
            <p:cNvSpPr/>
            <p:nvPr/>
          </p:nvSpPr>
          <p:spPr>
            <a:xfrm>
              <a:off x="61679" y="0"/>
              <a:ext cx="12702" cy="55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201" name="Google Shape;167;p8"/>
          <p:cNvSpPr/>
          <p:nvPr/>
        </p:nvSpPr>
        <p:spPr>
          <a:xfrm>
            <a:off x="5539523" y="4516744"/>
            <a:ext cx="104088" cy="10429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202" name="Google Shape;168;p8"/>
          <p:cNvSpPr/>
          <p:nvPr/>
        </p:nvSpPr>
        <p:spPr>
          <a:xfrm>
            <a:off x="6994242" y="3378810"/>
            <a:ext cx="80452" cy="80452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2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itle Text"/>
          <p:cNvSpPr txBox="1"/>
          <p:nvPr>
            <p:ph type="title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211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2" name="Google Shape;172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/>
          </a:p>
        </p:txBody>
      </p:sp>
      <p:sp>
        <p:nvSpPr>
          <p:cNvPr id="2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174;p10"/>
          <p:cNvSpPr/>
          <p:nvPr>
            <p:ph type="pic" idx="2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221" name="Title Text"/>
          <p:cNvSpPr txBox="1"/>
          <p:nvPr>
            <p:ph type="title"/>
          </p:nvPr>
        </p:nvSpPr>
        <p:spPr>
          <a:xfrm>
            <a:off x="581923" y="3391646"/>
            <a:ext cx="4126503" cy="1321202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itle Text"/>
          <p:cNvSpPr txBox="1"/>
          <p:nvPr>
            <p:ph type="title"/>
          </p:nvPr>
        </p:nvSpPr>
        <p:spPr>
          <a:xfrm>
            <a:off x="3068675" y="3075325"/>
            <a:ext cx="3055802" cy="547802"/>
          </a:xfrm>
          <a:prstGeom prst="rect">
            <a:avLst/>
          </a:prstGeom>
        </p:spPr>
        <p:txBody>
          <a:bodyPr anchor="t"/>
          <a:lstStyle>
            <a:lvl1pPr algn="ctr">
              <a:defRPr sz="2400">
                <a:solidFill>
                  <a:schemeClr val="accent1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30" name="Body Level One…"/>
          <p:cNvSpPr txBox="1"/>
          <p:nvPr>
            <p:ph type="body" sz="quarter" idx="1"/>
          </p:nvPr>
        </p:nvSpPr>
        <p:spPr>
          <a:xfrm>
            <a:off x="2333000" y="1799075"/>
            <a:ext cx="4478100" cy="792602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1" name="Google Shape;179;p11"/>
          <p:cNvSpPr/>
          <p:nvPr/>
        </p:nvSpPr>
        <p:spPr>
          <a:xfrm>
            <a:off x="1621195" y="2890613"/>
            <a:ext cx="121173" cy="1214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232" name="Google Shape;180;p11"/>
          <p:cNvSpPr/>
          <p:nvPr/>
        </p:nvSpPr>
        <p:spPr>
          <a:xfrm>
            <a:off x="1238739" y="2106909"/>
            <a:ext cx="121410" cy="121409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233" name="Google Shape;181;p11"/>
          <p:cNvSpPr/>
          <p:nvPr/>
        </p:nvSpPr>
        <p:spPr>
          <a:xfrm>
            <a:off x="8710048" y="4821494"/>
            <a:ext cx="98035" cy="98271"/>
          </a:xfrm>
          <a:prstGeom prst="rect">
            <a:avLst/>
          </a:prstGeom>
          <a:ln w="3175">
            <a:solidFill>
              <a:schemeClr val="accent1"/>
            </a:solidFill>
            <a:miter lim="9192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234" name="Google Shape;182;p11"/>
          <p:cNvSpPr/>
          <p:nvPr/>
        </p:nvSpPr>
        <p:spPr>
          <a:xfrm>
            <a:off x="275669" y="1557059"/>
            <a:ext cx="57836" cy="57574"/>
          </a:xfrm>
          <a:prstGeom prst="rect">
            <a:avLst/>
          </a:prstGeom>
          <a:ln w="3175">
            <a:solidFill>
              <a:schemeClr val="accent2"/>
            </a:solidFill>
            <a:miter lim="9192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235" name="Google Shape;183;p11"/>
          <p:cNvSpPr/>
          <p:nvPr/>
        </p:nvSpPr>
        <p:spPr>
          <a:xfrm>
            <a:off x="8263673" y="2953706"/>
            <a:ext cx="104088" cy="104296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239" name="Google Shape;184;p11"/>
          <p:cNvGrpSpPr/>
          <p:nvPr/>
        </p:nvGrpSpPr>
        <p:grpSpPr>
          <a:xfrm>
            <a:off x="8217033" y="3576769"/>
            <a:ext cx="188863" cy="1181536"/>
            <a:chOff x="0" y="0"/>
            <a:chExt cx="188862" cy="1181534"/>
          </a:xfrm>
        </p:grpSpPr>
        <p:sp>
          <p:nvSpPr>
            <p:cNvPr id="236" name="Google Shape;185;p11"/>
            <p:cNvSpPr/>
            <p:nvPr/>
          </p:nvSpPr>
          <p:spPr>
            <a:xfrm>
              <a:off x="-1" y="992908"/>
              <a:ext cx="188864" cy="188626"/>
            </a:xfrm>
            <a:prstGeom prst="rect">
              <a:avLst/>
            </a:prstGeom>
            <a:noFill/>
            <a:ln w="5750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37" name="Google Shape;186;p11"/>
            <p:cNvSpPr/>
            <p:nvPr/>
          </p:nvSpPr>
          <p:spPr>
            <a:xfrm>
              <a:off x="27934" y="477193"/>
              <a:ext cx="133202" cy="133201"/>
            </a:xfrm>
            <a:prstGeom prst="rect">
              <a:avLst/>
            </a:prstGeom>
            <a:noFill/>
            <a:ln w="412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38" name="Google Shape;187;p11"/>
            <p:cNvSpPr/>
            <p:nvPr/>
          </p:nvSpPr>
          <p:spPr>
            <a:xfrm>
              <a:off x="54193" y="-1"/>
              <a:ext cx="80451" cy="80713"/>
            </a:xfrm>
            <a:prstGeom prst="rect">
              <a:avLst/>
            </a:prstGeom>
            <a:noFill/>
            <a:ln w="317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240" name="Google Shape;188;p11"/>
          <p:cNvSpPr/>
          <p:nvPr/>
        </p:nvSpPr>
        <p:spPr>
          <a:xfrm>
            <a:off x="8718821" y="1164881"/>
            <a:ext cx="80452" cy="80452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243" name="Google Shape;189;p11"/>
          <p:cNvGrpSpPr/>
          <p:nvPr/>
        </p:nvGrpSpPr>
        <p:grpSpPr>
          <a:xfrm>
            <a:off x="7519343" y="3243344"/>
            <a:ext cx="98037" cy="1147545"/>
            <a:chOff x="-1" y="0"/>
            <a:chExt cx="98036" cy="1147544"/>
          </a:xfrm>
        </p:grpSpPr>
        <p:sp>
          <p:nvSpPr>
            <p:cNvPr id="241" name="Google Shape;190;p11"/>
            <p:cNvSpPr/>
            <p:nvPr/>
          </p:nvSpPr>
          <p:spPr>
            <a:xfrm>
              <a:off x="-2" y="1049274"/>
              <a:ext cx="98037" cy="98270"/>
            </a:xfrm>
            <a:prstGeom prst="rect">
              <a:avLst/>
            </a:prstGeom>
            <a:noFill/>
            <a:ln w="3175" cap="flat">
              <a:solidFill>
                <a:schemeClr val="accent1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42" name="Google Shape;191;p11"/>
            <p:cNvSpPr/>
            <p:nvPr/>
          </p:nvSpPr>
          <p:spPr>
            <a:xfrm>
              <a:off x="42679" y="-1"/>
              <a:ext cx="12703" cy="894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46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46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246" name="Google Shape;192;p11"/>
          <p:cNvGrpSpPr/>
          <p:nvPr/>
        </p:nvGrpSpPr>
        <p:grpSpPr>
          <a:xfrm>
            <a:off x="805820" y="2953689"/>
            <a:ext cx="121175" cy="760444"/>
            <a:chOff x="-1" y="0"/>
            <a:chExt cx="121173" cy="760443"/>
          </a:xfrm>
        </p:grpSpPr>
        <p:sp>
          <p:nvSpPr>
            <p:cNvPr id="244" name="Google Shape;193;p11"/>
            <p:cNvSpPr/>
            <p:nvPr/>
          </p:nvSpPr>
          <p:spPr>
            <a:xfrm>
              <a:off x="-2" y="639297"/>
              <a:ext cx="121175" cy="12114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45" name="Google Shape;194;p11"/>
            <p:cNvSpPr/>
            <p:nvPr/>
          </p:nvSpPr>
          <p:spPr>
            <a:xfrm>
              <a:off x="61679" y="0"/>
              <a:ext cx="12702" cy="55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251" name="Google Shape;195;p11"/>
          <p:cNvGrpSpPr/>
          <p:nvPr/>
        </p:nvGrpSpPr>
        <p:grpSpPr>
          <a:xfrm>
            <a:off x="250615" y="2402326"/>
            <a:ext cx="188627" cy="2468305"/>
            <a:chOff x="0" y="0"/>
            <a:chExt cx="188625" cy="2468303"/>
          </a:xfrm>
        </p:grpSpPr>
        <p:sp>
          <p:nvSpPr>
            <p:cNvPr id="247" name="Google Shape;196;p11"/>
            <p:cNvSpPr/>
            <p:nvPr/>
          </p:nvSpPr>
          <p:spPr>
            <a:xfrm>
              <a:off x="-1" y="2279469"/>
              <a:ext cx="188627" cy="188835"/>
            </a:xfrm>
            <a:prstGeom prst="rect">
              <a:avLst/>
            </a:prstGeom>
            <a:noFill/>
            <a:ln w="5750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48" name="Google Shape;197;p11"/>
            <p:cNvSpPr/>
            <p:nvPr/>
          </p:nvSpPr>
          <p:spPr>
            <a:xfrm>
              <a:off x="27725" y="1763963"/>
              <a:ext cx="133203" cy="133228"/>
            </a:xfrm>
            <a:prstGeom prst="rect">
              <a:avLst/>
            </a:prstGeom>
            <a:noFill/>
            <a:ln w="412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49" name="Google Shape;198;p11"/>
            <p:cNvSpPr/>
            <p:nvPr/>
          </p:nvSpPr>
          <p:spPr>
            <a:xfrm>
              <a:off x="53982" y="1286770"/>
              <a:ext cx="80452" cy="80478"/>
            </a:xfrm>
            <a:prstGeom prst="rect">
              <a:avLst/>
            </a:prstGeom>
            <a:noFill/>
            <a:ln w="317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50" name="Google Shape;199;p11"/>
            <p:cNvSpPr/>
            <p:nvPr/>
          </p:nvSpPr>
          <p:spPr>
            <a:xfrm>
              <a:off x="87961" y="-1"/>
              <a:ext cx="12703" cy="101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53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532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252" name="Google Shape;200;p11"/>
          <p:cNvSpPr/>
          <p:nvPr/>
        </p:nvSpPr>
        <p:spPr>
          <a:xfrm>
            <a:off x="8305107" y="-383978"/>
            <a:ext cx="12702" cy="2519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068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1068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253" name="Google Shape;201;p11"/>
          <p:cNvSpPr/>
          <p:nvPr/>
        </p:nvSpPr>
        <p:spPr>
          <a:xfrm>
            <a:off x="644743" y="21445"/>
            <a:ext cx="12702" cy="1689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03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1103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256" name="Google Shape;202;p11"/>
          <p:cNvGrpSpPr/>
          <p:nvPr/>
        </p:nvGrpSpPr>
        <p:grpSpPr>
          <a:xfrm>
            <a:off x="2038715" y="173932"/>
            <a:ext cx="57549" cy="831749"/>
            <a:chOff x="0" y="0"/>
            <a:chExt cx="57548" cy="831747"/>
          </a:xfrm>
        </p:grpSpPr>
        <p:sp>
          <p:nvSpPr>
            <p:cNvPr id="254" name="Google Shape;203;p11"/>
            <p:cNvSpPr/>
            <p:nvPr/>
          </p:nvSpPr>
          <p:spPr>
            <a:xfrm>
              <a:off x="-1" y="773939"/>
              <a:ext cx="57550" cy="57809"/>
            </a:xfrm>
            <a:prstGeom prst="rect">
              <a:avLst/>
            </a:prstGeom>
            <a:noFill/>
            <a:ln w="3175" cap="flat">
              <a:solidFill>
                <a:schemeClr val="accent2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55" name="Google Shape;204;p11"/>
            <p:cNvSpPr/>
            <p:nvPr/>
          </p:nvSpPr>
          <p:spPr>
            <a:xfrm>
              <a:off x="22422" y="-1"/>
              <a:ext cx="12702" cy="692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257" name="Google Shape;205;p11"/>
          <p:cNvSpPr/>
          <p:nvPr/>
        </p:nvSpPr>
        <p:spPr>
          <a:xfrm>
            <a:off x="7582340" y="1834559"/>
            <a:ext cx="121410" cy="1214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261" name="Google Shape;206;p11"/>
          <p:cNvGrpSpPr/>
          <p:nvPr/>
        </p:nvGrpSpPr>
        <p:grpSpPr>
          <a:xfrm>
            <a:off x="4920196" y="-496493"/>
            <a:ext cx="188863" cy="1181535"/>
            <a:chOff x="0" y="0"/>
            <a:chExt cx="188862" cy="1181534"/>
          </a:xfrm>
        </p:grpSpPr>
        <p:sp>
          <p:nvSpPr>
            <p:cNvPr id="258" name="Google Shape;207;p11"/>
            <p:cNvSpPr/>
            <p:nvPr/>
          </p:nvSpPr>
          <p:spPr>
            <a:xfrm>
              <a:off x="-1" y="992908"/>
              <a:ext cx="188864" cy="188626"/>
            </a:xfrm>
            <a:prstGeom prst="rect">
              <a:avLst/>
            </a:prstGeom>
            <a:noFill/>
            <a:ln w="5750" cap="flat">
              <a:solidFill>
                <a:schemeClr val="accent2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59" name="Google Shape;208;p11"/>
            <p:cNvSpPr/>
            <p:nvPr/>
          </p:nvSpPr>
          <p:spPr>
            <a:xfrm>
              <a:off x="27934" y="477193"/>
              <a:ext cx="133202" cy="133201"/>
            </a:xfrm>
            <a:prstGeom prst="rect">
              <a:avLst/>
            </a:prstGeom>
            <a:noFill/>
            <a:ln w="4125" cap="flat">
              <a:solidFill>
                <a:schemeClr val="accent2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60" name="Google Shape;209;p11"/>
            <p:cNvSpPr/>
            <p:nvPr/>
          </p:nvSpPr>
          <p:spPr>
            <a:xfrm>
              <a:off x="54193" y="-1"/>
              <a:ext cx="80451" cy="80713"/>
            </a:xfrm>
            <a:prstGeom prst="rect">
              <a:avLst/>
            </a:prstGeom>
            <a:noFill/>
            <a:ln w="3175" cap="flat">
              <a:solidFill>
                <a:schemeClr val="accent2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262" name="Google Shape;210;p11"/>
          <p:cNvSpPr/>
          <p:nvPr/>
        </p:nvSpPr>
        <p:spPr>
          <a:xfrm>
            <a:off x="7084830" y="549597"/>
            <a:ext cx="80451" cy="8045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265" name="Google Shape;211;p11"/>
          <p:cNvGrpSpPr/>
          <p:nvPr/>
        </p:nvGrpSpPr>
        <p:grpSpPr>
          <a:xfrm>
            <a:off x="3030470" y="-223823"/>
            <a:ext cx="121175" cy="760444"/>
            <a:chOff x="-1" y="0"/>
            <a:chExt cx="121173" cy="760443"/>
          </a:xfrm>
        </p:grpSpPr>
        <p:sp>
          <p:nvSpPr>
            <p:cNvPr id="263" name="Google Shape;212;p11"/>
            <p:cNvSpPr/>
            <p:nvPr/>
          </p:nvSpPr>
          <p:spPr>
            <a:xfrm>
              <a:off x="-2" y="639297"/>
              <a:ext cx="121175" cy="12114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64" name="Google Shape;213;p11"/>
            <p:cNvSpPr/>
            <p:nvPr/>
          </p:nvSpPr>
          <p:spPr>
            <a:xfrm>
              <a:off x="61679" y="0"/>
              <a:ext cx="12702" cy="55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269" name="Google Shape;214;p11"/>
          <p:cNvGrpSpPr/>
          <p:nvPr/>
        </p:nvGrpSpPr>
        <p:grpSpPr>
          <a:xfrm>
            <a:off x="2306290" y="2569221"/>
            <a:ext cx="199215" cy="2828910"/>
            <a:chOff x="-1" y="0"/>
            <a:chExt cx="199214" cy="2828909"/>
          </a:xfrm>
        </p:grpSpPr>
        <p:sp>
          <p:nvSpPr>
            <p:cNvPr id="266" name="Google Shape;215;p11"/>
            <p:cNvSpPr/>
            <p:nvPr/>
          </p:nvSpPr>
          <p:spPr>
            <a:xfrm>
              <a:off x="-2" y="2629724"/>
              <a:ext cx="199215" cy="199186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67" name="Google Shape;216;p11"/>
            <p:cNvSpPr/>
            <p:nvPr/>
          </p:nvSpPr>
          <p:spPr>
            <a:xfrm>
              <a:off x="47458" y="1989457"/>
              <a:ext cx="104062" cy="10406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68" name="Google Shape;217;p11"/>
            <p:cNvSpPr/>
            <p:nvPr/>
          </p:nvSpPr>
          <p:spPr>
            <a:xfrm>
              <a:off x="93255" y="0"/>
              <a:ext cx="12703" cy="1794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53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532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2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xx%"/>
          <p:cNvSpPr txBox="1"/>
          <p:nvPr>
            <p:ph type="title" hasCustomPrompt="1"/>
          </p:nvPr>
        </p:nvSpPr>
        <p:spPr>
          <a:xfrm>
            <a:off x="1733724" y="856650"/>
            <a:ext cx="5676602" cy="1230302"/>
          </a:xfrm>
          <a:prstGeom prst="rect">
            <a:avLst/>
          </a:prstGeom>
        </p:spPr>
        <p:txBody>
          <a:bodyPr/>
          <a:lstStyle>
            <a:lvl1pPr algn="ctr">
              <a:defRPr sz="8000">
                <a:solidFill>
                  <a:schemeClr val="accent2"/>
                </a:solidFill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278" name="Body Level One…"/>
          <p:cNvSpPr txBox="1"/>
          <p:nvPr>
            <p:ph type="body" sz="quarter" idx="1"/>
          </p:nvPr>
        </p:nvSpPr>
        <p:spPr>
          <a:xfrm>
            <a:off x="3208073" y="2086948"/>
            <a:ext cx="2727902" cy="7155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grpSp>
        <p:nvGrpSpPr>
          <p:cNvPr id="314" name="Google Shape;221;p12"/>
          <p:cNvGrpSpPr/>
          <p:nvPr/>
        </p:nvGrpSpPr>
        <p:grpSpPr>
          <a:xfrm>
            <a:off x="722514" y="3412540"/>
            <a:ext cx="7699055" cy="1884583"/>
            <a:chOff x="0" y="0"/>
            <a:chExt cx="7699054" cy="1884582"/>
          </a:xfrm>
        </p:grpSpPr>
        <p:sp>
          <p:nvSpPr>
            <p:cNvPr id="279" name="Google Shape;222;p12"/>
            <p:cNvSpPr/>
            <p:nvPr/>
          </p:nvSpPr>
          <p:spPr>
            <a:xfrm>
              <a:off x="4145042" y="0"/>
              <a:ext cx="107836" cy="108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16" h="21600" fill="norm" stroke="1" extrusionOk="0">
                  <a:moveTo>
                    <a:pt x="9343" y="0"/>
                  </a:moveTo>
                  <a:cubicBezTo>
                    <a:pt x="1050" y="0"/>
                    <a:pt x="-3084" y="11716"/>
                    <a:pt x="2683" y="18428"/>
                  </a:cubicBezTo>
                  <a:cubicBezTo>
                    <a:pt x="4609" y="20616"/>
                    <a:pt x="6958" y="21600"/>
                    <a:pt x="9249" y="21600"/>
                  </a:cubicBezTo>
                  <a:cubicBezTo>
                    <a:pt x="14006" y="21600"/>
                    <a:pt x="18516" y="17362"/>
                    <a:pt x="18516" y="10855"/>
                  </a:cubicBezTo>
                  <a:cubicBezTo>
                    <a:pt x="18516" y="4826"/>
                    <a:pt x="14370" y="0"/>
                    <a:pt x="9343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80" name="Google Shape;223;p12"/>
            <p:cNvSpPr/>
            <p:nvPr/>
          </p:nvSpPr>
          <p:spPr>
            <a:xfrm>
              <a:off x="396475" y="198237"/>
              <a:ext cx="7061179" cy="1678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925" y="0"/>
                  </a:moveTo>
                  <a:lnTo>
                    <a:pt x="7277" y="12048"/>
                  </a:lnTo>
                  <a:lnTo>
                    <a:pt x="4374" y="16119"/>
                  </a:lnTo>
                  <a:lnTo>
                    <a:pt x="3225" y="14877"/>
                  </a:lnTo>
                  <a:lnTo>
                    <a:pt x="1896" y="8709"/>
                  </a:lnTo>
                  <a:lnTo>
                    <a:pt x="0" y="21534"/>
                  </a:lnTo>
                  <a:lnTo>
                    <a:pt x="26" y="21600"/>
                  </a:lnTo>
                  <a:lnTo>
                    <a:pt x="1901" y="8919"/>
                  </a:lnTo>
                  <a:lnTo>
                    <a:pt x="3209" y="14988"/>
                  </a:lnTo>
                  <a:lnTo>
                    <a:pt x="4372" y="16242"/>
                  </a:lnTo>
                  <a:lnTo>
                    <a:pt x="4377" y="16253"/>
                  </a:lnTo>
                  <a:lnTo>
                    <a:pt x="7293" y="12159"/>
                  </a:lnTo>
                  <a:lnTo>
                    <a:pt x="9925" y="189"/>
                  </a:lnTo>
                  <a:lnTo>
                    <a:pt x="12366" y="11250"/>
                  </a:lnTo>
                  <a:lnTo>
                    <a:pt x="14120" y="17274"/>
                  </a:lnTo>
                  <a:lnTo>
                    <a:pt x="16010" y="16020"/>
                  </a:lnTo>
                  <a:lnTo>
                    <a:pt x="17202" y="17507"/>
                  </a:lnTo>
                  <a:lnTo>
                    <a:pt x="18552" y="7955"/>
                  </a:lnTo>
                  <a:lnTo>
                    <a:pt x="19907" y="5159"/>
                  </a:lnTo>
                  <a:lnTo>
                    <a:pt x="21574" y="21567"/>
                  </a:lnTo>
                  <a:lnTo>
                    <a:pt x="21600" y="21511"/>
                  </a:lnTo>
                  <a:lnTo>
                    <a:pt x="19923" y="4993"/>
                  </a:lnTo>
                  <a:lnTo>
                    <a:pt x="18536" y="7855"/>
                  </a:lnTo>
                  <a:lnTo>
                    <a:pt x="18531" y="7866"/>
                  </a:lnTo>
                  <a:lnTo>
                    <a:pt x="17189" y="17351"/>
                  </a:lnTo>
                  <a:lnTo>
                    <a:pt x="16016" y="15898"/>
                  </a:lnTo>
                  <a:lnTo>
                    <a:pt x="16010" y="15887"/>
                  </a:lnTo>
                  <a:lnTo>
                    <a:pt x="14130" y="17141"/>
                  </a:lnTo>
                  <a:lnTo>
                    <a:pt x="12385" y="11150"/>
                  </a:lnTo>
                  <a:lnTo>
                    <a:pt x="9925" y="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81" name="Google Shape;224;p12"/>
            <p:cNvSpPr/>
            <p:nvPr/>
          </p:nvSpPr>
          <p:spPr>
            <a:xfrm>
              <a:off x="397364" y="251730"/>
              <a:ext cx="7066378" cy="1629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035" y="0"/>
                  </a:moveTo>
                  <a:lnTo>
                    <a:pt x="12141" y="5391"/>
                  </a:lnTo>
                  <a:lnTo>
                    <a:pt x="9851" y="8898"/>
                  </a:lnTo>
                  <a:lnTo>
                    <a:pt x="8729" y="16311"/>
                  </a:lnTo>
                  <a:lnTo>
                    <a:pt x="5633" y="788"/>
                  </a:lnTo>
                  <a:lnTo>
                    <a:pt x="4144" y="12165"/>
                  </a:lnTo>
                  <a:lnTo>
                    <a:pt x="1831" y="14552"/>
                  </a:lnTo>
                  <a:lnTo>
                    <a:pt x="1826" y="14552"/>
                  </a:lnTo>
                  <a:lnTo>
                    <a:pt x="0" y="21451"/>
                  </a:lnTo>
                  <a:lnTo>
                    <a:pt x="21" y="21543"/>
                  </a:lnTo>
                  <a:lnTo>
                    <a:pt x="1842" y="14666"/>
                  </a:lnTo>
                  <a:lnTo>
                    <a:pt x="4158" y="12279"/>
                  </a:lnTo>
                  <a:lnTo>
                    <a:pt x="4163" y="12279"/>
                  </a:lnTo>
                  <a:lnTo>
                    <a:pt x="5638" y="1016"/>
                  </a:lnTo>
                  <a:lnTo>
                    <a:pt x="8718" y="16459"/>
                  </a:lnTo>
                  <a:lnTo>
                    <a:pt x="8732" y="16528"/>
                  </a:lnTo>
                  <a:lnTo>
                    <a:pt x="9870" y="9001"/>
                  </a:lnTo>
                  <a:lnTo>
                    <a:pt x="12152" y="5517"/>
                  </a:lnTo>
                  <a:lnTo>
                    <a:pt x="14028" y="171"/>
                  </a:lnTo>
                  <a:lnTo>
                    <a:pt x="15311" y="8052"/>
                  </a:lnTo>
                  <a:lnTo>
                    <a:pt x="15319" y="8099"/>
                  </a:lnTo>
                  <a:lnTo>
                    <a:pt x="16963" y="5060"/>
                  </a:lnTo>
                  <a:lnTo>
                    <a:pt x="19674" y="12153"/>
                  </a:lnTo>
                  <a:lnTo>
                    <a:pt x="21576" y="21600"/>
                  </a:lnTo>
                  <a:lnTo>
                    <a:pt x="21600" y="21508"/>
                  </a:lnTo>
                  <a:lnTo>
                    <a:pt x="19695" y="12062"/>
                  </a:lnTo>
                  <a:lnTo>
                    <a:pt x="16965" y="4911"/>
                  </a:lnTo>
                  <a:lnTo>
                    <a:pt x="15329" y="7938"/>
                  </a:lnTo>
                  <a:lnTo>
                    <a:pt x="140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82" name="Google Shape;225;p12"/>
            <p:cNvSpPr/>
            <p:nvPr/>
          </p:nvSpPr>
          <p:spPr>
            <a:xfrm>
              <a:off x="962926" y="840423"/>
              <a:ext cx="107614" cy="107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67" h="21600" fill="norm" stroke="1" extrusionOk="0">
                  <a:moveTo>
                    <a:pt x="9299" y="0"/>
                  </a:moveTo>
                  <a:cubicBezTo>
                    <a:pt x="1011" y="0"/>
                    <a:pt x="-3133" y="11590"/>
                    <a:pt x="2784" y="18346"/>
                  </a:cubicBezTo>
                  <a:cubicBezTo>
                    <a:pt x="4662" y="20598"/>
                    <a:pt x="6974" y="21600"/>
                    <a:pt x="9240" y="21600"/>
                  </a:cubicBezTo>
                  <a:cubicBezTo>
                    <a:pt x="13947" y="21600"/>
                    <a:pt x="18467" y="17261"/>
                    <a:pt x="18467" y="10724"/>
                  </a:cubicBezTo>
                  <a:cubicBezTo>
                    <a:pt x="18467" y="4847"/>
                    <a:pt x="14323" y="0"/>
                    <a:pt x="9299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83" name="Google Shape;226;p12"/>
            <p:cNvSpPr/>
            <p:nvPr/>
          </p:nvSpPr>
          <p:spPr>
            <a:xfrm>
              <a:off x="1395379" y="1305851"/>
              <a:ext cx="107891" cy="107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15" h="21600" fill="norm" stroke="1" extrusionOk="0">
                  <a:moveTo>
                    <a:pt x="9335" y="0"/>
                  </a:moveTo>
                  <a:cubicBezTo>
                    <a:pt x="1059" y="0"/>
                    <a:pt x="-3085" y="11603"/>
                    <a:pt x="2679" y="18346"/>
                  </a:cubicBezTo>
                  <a:cubicBezTo>
                    <a:pt x="4604" y="20598"/>
                    <a:pt x="6952" y="21600"/>
                    <a:pt x="9241" y="21600"/>
                  </a:cubicBezTo>
                  <a:cubicBezTo>
                    <a:pt x="13995" y="21600"/>
                    <a:pt x="18515" y="17275"/>
                    <a:pt x="18515" y="10738"/>
                  </a:cubicBezTo>
                  <a:cubicBezTo>
                    <a:pt x="18515" y="4847"/>
                    <a:pt x="14371" y="0"/>
                    <a:pt x="9335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84" name="Google Shape;227;p12"/>
            <p:cNvSpPr/>
            <p:nvPr/>
          </p:nvSpPr>
          <p:spPr>
            <a:xfrm>
              <a:off x="1779898" y="1399839"/>
              <a:ext cx="108629" cy="108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02" y="0"/>
                    <a:pt x="0" y="4802"/>
                    <a:pt x="0" y="10800"/>
                  </a:cubicBezTo>
                  <a:cubicBezTo>
                    <a:pt x="0" y="16622"/>
                    <a:pt x="4802" y="21600"/>
                    <a:pt x="10800" y="21600"/>
                  </a:cubicBezTo>
                  <a:cubicBezTo>
                    <a:pt x="16798" y="21600"/>
                    <a:pt x="21600" y="16622"/>
                    <a:pt x="21600" y="10800"/>
                  </a:cubicBezTo>
                  <a:cubicBezTo>
                    <a:pt x="21600" y="4802"/>
                    <a:pt x="16798" y="0"/>
                    <a:pt x="10800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85" name="Google Shape;228;p12"/>
            <p:cNvSpPr/>
            <p:nvPr/>
          </p:nvSpPr>
          <p:spPr>
            <a:xfrm>
              <a:off x="1700767" y="1122252"/>
              <a:ext cx="107589" cy="107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64" h="21600" fill="norm" stroke="1" extrusionOk="0">
                  <a:moveTo>
                    <a:pt x="9296" y="0"/>
                  </a:moveTo>
                  <a:cubicBezTo>
                    <a:pt x="1008" y="0"/>
                    <a:pt x="-3136" y="11567"/>
                    <a:pt x="2792" y="18465"/>
                  </a:cubicBezTo>
                  <a:cubicBezTo>
                    <a:pt x="4647" y="20628"/>
                    <a:pt x="6936" y="21600"/>
                    <a:pt x="9178" y="21600"/>
                  </a:cubicBezTo>
                  <a:cubicBezTo>
                    <a:pt x="13909" y="21600"/>
                    <a:pt x="18464" y="17302"/>
                    <a:pt x="18464" y="10868"/>
                  </a:cubicBezTo>
                  <a:cubicBezTo>
                    <a:pt x="18464" y="4832"/>
                    <a:pt x="14320" y="0"/>
                    <a:pt x="9296" y="0"/>
                  </a:cubicBez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86" name="Google Shape;229;p12"/>
            <p:cNvSpPr/>
            <p:nvPr/>
          </p:nvSpPr>
          <p:spPr>
            <a:xfrm>
              <a:off x="2189496" y="272388"/>
              <a:ext cx="107614" cy="1080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67" h="21600" fill="norm" stroke="1" extrusionOk="0">
                  <a:moveTo>
                    <a:pt x="9299" y="0"/>
                  </a:moveTo>
                  <a:cubicBezTo>
                    <a:pt x="1011" y="0"/>
                    <a:pt x="-3133" y="11716"/>
                    <a:pt x="2784" y="18428"/>
                  </a:cubicBezTo>
                  <a:cubicBezTo>
                    <a:pt x="4662" y="20616"/>
                    <a:pt x="6974" y="21600"/>
                    <a:pt x="9240" y="21600"/>
                  </a:cubicBezTo>
                  <a:cubicBezTo>
                    <a:pt x="13947" y="21600"/>
                    <a:pt x="18467" y="17362"/>
                    <a:pt x="18467" y="10855"/>
                  </a:cubicBezTo>
                  <a:cubicBezTo>
                    <a:pt x="18467" y="4826"/>
                    <a:pt x="14323" y="0"/>
                    <a:pt x="9299" y="0"/>
                  </a:cubicBez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87" name="Google Shape;230;p12"/>
            <p:cNvSpPr/>
            <p:nvPr/>
          </p:nvSpPr>
          <p:spPr>
            <a:xfrm>
              <a:off x="3202019" y="1421387"/>
              <a:ext cx="107895" cy="1080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16" h="21600" fill="norm" stroke="1" extrusionOk="0">
                  <a:moveTo>
                    <a:pt x="9195" y="0"/>
                  </a:moveTo>
                  <a:cubicBezTo>
                    <a:pt x="1060" y="0"/>
                    <a:pt x="-3084" y="11716"/>
                    <a:pt x="2692" y="18428"/>
                  </a:cubicBezTo>
                  <a:cubicBezTo>
                    <a:pt x="4605" y="20616"/>
                    <a:pt x="6953" y="21600"/>
                    <a:pt x="9242" y="21600"/>
                  </a:cubicBezTo>
                  <a:cubicBezTo>
                    <a:pt x="13996" y="21600"/>
                    <a:pt x="18516" y="17362"/>
                    <a:pt x="18516" y="10855"/>
                  </a:cubicBezTo>
                  <a:cubicBezTo>
                    <a:pt x="18516" y="4826"/>
                    <a:pt x="14372" y="0"/>
                    <a:pt x="9195" y="0"/>
                  </a:cubicBez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88" name="Google Shape;231;p12"/>
            <p:cNvSpPr/>
            <p:nvPr/>
          </p:nvSpPr>
          <p:spPr>
            <a:xfrm>
              <a:off x="3576131" y="871479"/>
              <a:ext cx="107891" cy="1078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15" h="21600" fill="norm" stroke="1" extrusionOk="0">
                  <a:moveTo>
                    <a:pt x="9335" y="0"/>
                  </a:moveTo>
                  <a:cubicBezTo>
                    <a:pt x="1059" y="0"/>
                    <a:pt x="-3085" y="11560"/>
                    <a:pt x="2679" y="18463"/>
                  </a:cubicBezTo>
                  <a:cubicBezTo>
                    <a:pt x="4592" y="20628"/>
                    <a:pt x="6905" y="21600"/>
                    <a:pt x="9182" y="21600"/>
                  </a:cubicBezTo>
                  <a:cubicBezTo>
                    <a:pt x="13960" y="21600"/>
                    <a:pt x="18515" y="17299"/>
                    <a:pt x="18515" y="10862"/>
                  </a:cubicBezTo>
                  <a:cubicBezTo>
                    <a:pt x="18515" y="4821"/>
                    <a:pt x="14371" y="0"/>
                    <a:pt x="9335" y="0"/>
                  </a:cubicBez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89" name="Google Shape;232;p12"/>
            <p:cNvSpPr/>
            <p:nvPr/>
          </p:nvSpPr>
          <p:spPr>
            <a:xfrm>
              <a:off x="4320022" y="607709"/>
              <a:ext cx="107836" cy="107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16" h="21600" fill="norm" stroke="1" extrusionOk="0">
                  <a:moveTo>
                    <a:pt x="9343" y="0"/>
                  </a:moveTo>
                  <a:cubicBezTo>
                    <a:pt x="1050" y="0"/>
                    <a:pt x="-3084" y="11590"/>
                    <a:pt x="2683" y="18332"/>
                  </a:cubicBezTo>
                  <a:cubicBezTo>
                    <a:pt x="4609" y="20584"/>
                    <a:pt x="6958" y="21600"/>
                    <a:pt x="9249" y="21600"/>
                  </a:cubicBezTo>
                  <a:cubicBezTo>
                    <a:pt x="14006" y="21600"/>
                    <a:pt x="18516" y="17261"/>
                    <a:pt x="18516" y="10724"/>
                  </a:cubicBezTo>
                  <a:cubicBezTo>
                    <a:pt x="18516" y="4669"/>
                    <a:pt x="14370" y="0"/>
                    <a:pt x="9343" y="0"/>
                  </a:cubicBez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90" name="Google Shape;233;p12"/>
            <p:cNvSpPr/>
            <p:nvPr/>
          </p:nvSpPr>
          <p:spPr>
            <a:xfrm>
              <a:off x="4940883" y="206856"/>
              <a:ext cx="107614" cy="107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67" h="21600" fill="norm" stroke="1" extrusionOk="0">
                  <a:moveTo>
                    <a:pt x="9299" y="0"/>
                  </a:moveTo>
                  <a:cubicBezTo>
                    <a:pt x="1011" y="0"/>
                    <a:pt x="-3133" y="11603"/>
                    <a:pt x="2784" y="18346"/>
                  </a:cubicBezTo>
                  <a:cubicBezTo>
                    <a:pt x="4662" y="20598"/>
                    <a:pt x="6974" y="21600"/>
                    <a:pt x="9240" y="21600"/>
                  </a:cubicBezTo>
                  <a:cubicBezTo>
                    <a:pt x="13947" y="21600"/>
                    <a:pt x="18467" y="17275"/>
                    <a:pt x="18467" y="10738"/>
                  </a:cubicBezTo>
                  <a:cubicBezTo>
                    <a:pt x="18467" y="4847"/>
                    <a:pt x="14323" y="0"/>
                    <a:pt x="9299" y="0"/>
                  </a:cubicBez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91" name="Google Shape;234;p12"/>
            <p:cNvSpPr/>
            <p:nvPr/>
          </p:nvSpPr>
          <p:spPr>
            <a:xfrm>
              <a:off x="5356914" y="792129"/>
              <a:ext cx="107896" cy="107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16" h="21600" fill="norm" stroke="1" extrusionOk="0">
                  <a:moveTo>
                    <a:pt x="9195" y="0"/>
                  </a:moveTo>
                  <a:cubicBezTo>
                    <a:pt x="1060" y="0"/>
                    <a:pt x="-3084" y="11567"/>
                    <a:pt x="2692" y="18465"/>
                  </a:cubicBezTo>
                  <a:cubicBezTo>
                    <a:pt x="4546" y="20628"/>
                    <a:pt x="6847" y="21600"/>
                    <a:pt x="9113" y="21600"/>
                  </a:cubicBezTo>
                  <a:cubicBezTo>
                    <a:pt x="13891" y="21600"/>
                    <a:pt x="18516" y="17302"/>
                    <a:pt x="18516" y="10868"/>
                  </a:cubicBezTo>
                  <a:cubicBezTo>
                    <a:pt x="18516" y="4832"/>
                    <a:pt x="14372" y="0"/>
                    <a:pt x="9195" y="0"/>
                  </a:cubicBez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92" name="Google Shape;235;p12"/>
            <p:cNvSpPr/>
            <p:nvPr/>
          </p:nvSpPr>
          <p:spPr>
            <a:xfrm>
              <a:off x="5898274" y="580963"/>
              <a:ext cx="107825" cy="1078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13" h="21600" fill="norm" stroke="1" extrusionOk="0">
                  <a:moveTo>
                    <a:pt x="9340" y="0"/>
                  </a:moveTo>
                  <a:cubicBezTo>
                    <a:pt x="1059" y="0"/>
                    <a:pt x="-3087" y="11560"/>
                    <a:pt x="2680" y="18463"/>
                  </a:cubicBezTo>
                  <a:cubicBezTo>
                    <a:pt x="4583" y="20628"/>
                    <a:pt x="6897" y="21600"/>
                    <a:pt x="9164" y="21600"/>
                  </a:cubicBezTo>
                  <a:cubicBezTo>
                    <a:pt x="13944" y="21600"/>
                    <a:pt x="18513" y="17258"/>
                    <a:pt x="18513" y="10697"/>
                  </a:cubicBezTo>
                  <a:cubicBezTo>
                    <a:pt x="18513" y="4835"/>
                    <a:pt x="14379" y="0"/>
                    <a:pt x="9340" y="0"/>
                  </a:cubicBez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93" name="Google Shape;236;p12"/>
            <p:cNvSpPr/>
            <p:nvPr/>
          </p:nvSpPr>
          <p:spPr>
            <a:xfrm>
              <a:off x="6787599" y="1111102"/>
              <a:ext cx="108108" cy="1078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52" h="21600" fill="norm" stroke="1" extrusionOk="0">
                  <a:moveTo>
                    <a:pt x="9231" y="0"/>
                  </a:moveTo>
                  <a:cubicBezTo>
                    <a:pt x="943" y="0"/>
                    <a:pt x="-3048" y="11738"/>
                    <a:pt x="2716" y="18463"/>
                  </a:cubicBezTo>
                  <a:cubicBezTo>
                    <a:pt x="4582" y="20628"/>
                    <a:pt x="6883" y="21600"/>
                    <a:pt x="9149" y="21600"/>
                  </a:cubicBezTo>
                  <a:cubicBezTo>
                    <a:pt x="13927" y="21600"/>
                    <a:pt x="18552" y="17299"/>
                    <a:pt x="18552" y="10875"/>
                  </a:cubicBezTo>
                  <a:cubicBezTo>
                    <a:pt x="18552" y="4821"/>
                    <a:pt x="14408" y="0"/>
                    <a:pt x="9231" y="0"/>
                  </a:cubicBez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94" name="Google Shape;237;p12"/>
            <p:cNvSpPr/>
            <p:nvPr/>
          </p:nvSpPr>
          <p:spPr>
            <a:xfrm>
              <a:off x="948010" y="1299010"/>
              <a:ext cx="107891" cy="107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15" h="21600" fill="norm" stroke="1" extrusionOk="0">
                  <a:moveTo>
                    <a:pt x="9335" y="0"/>
                  </a:moveTo>
                  <a:cubicBezTo>
                    <a:pt x="1059" y="0"/>
                    <a:pt x="-3085" y="11590"/>
                    <a:pt x="2679" y="18332"/>
                  </a:cubicBezTo>
                  <a:cubicBezTo>
                    <a:pt x="4604" y="20584"/>
                    <a:pt x="6952" y="21600"/>
                    <a:pt x="9241" y="21600"/>
                  </a:cubicBezTo>
                  <a:cubicBezTo>
                    <a:pt x="13995" y="21600"/>
                    <a:pt x="18515" y="17261"/>
                    <a:pt x="18515" y="10724"/>
                  </a:cubicBezTo>
                  <a:cubicBezTo>
                    <a:pt x="18515" y="4669"/>
                    <a:pt x="14371" y="0"/>
                    <a:pt x="9335" y="0"/>
                  </a:cubicBez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95" name="Google Shape;238;p12"/>
            <p:cNvSpPr/>
            <p:nvPr/>
          </p:nvSpPr>
          <p:spPr>
            <a:xfrm>
              <a:off x="2734275" y="1083466"/>
              <a:ext cx="107612" cy="107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68" h="21600" fill="norm" stroke="1" extrusionOk="0">
                  <a:moveTo>
                    <a:pt x="9288" y="0"/>
                  </a:moveTo>
                  <a:cubicBezTo>
                    <a:pt x="1012" y="0"/>
                    <a:pt x="-3132" y="11603"/>
                    <a:pt x="2785" y="18346"/>
                  </a:cubicBezTo>
                  <a:cubicBezTo>
                    <a:pt x="4663" y="20598"/>
                    <a:pt x="6975" y="21600"/>
                    <a:pt x="9241" y="21600"/>
                  </a:cubicBezTo>
                  <a:cubicBezTo>
                    <a:pt x="13948" y="21600"/>
                    <a:pt x="18468" y="17275"/>
                    <a:pt x="18468" y="10738"/>
                  </a:cubicBezTo>
                  <a:cubicBezTo>
                    <a:pt x="18468" y="4683"/>
                    <a:pt x="14324" y="0"/>
                    <a:pt x="9288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96" name="Google Shape;239;p12"/>
            <p:cNvSpPr/>
            <p:nvPr/>
          </p:nvSpPr>
          <p:spPr>
            <a:xfrm>
              <a:off x="3642397" y="188592"/>
              <a:ext cx="108560" cy="108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22" h="21600" fill="norm" stroke="1" extrusionOk="0">
                  <a:moveTo>
                    <a:pt x="9416" y="0"/>
                  </a:moveTo>
                  <a:cubicBezTo>
                    <a:pt x="5736" y="0"/>
                    <a:pt x="2260" y="2473"/>
                    <a:pt x="798" y="6585"/>
                  </a:cubicBezTo>
                  <a:cubicBezTo>
                    <a:pt x="-1324" y="12091"/>
                    <a:pt x="941" y="18458"/>
                    <a:pt x="5784" y="20698"/>
                  </a:cubicBezTo>
                  <a:cubicBezTo>
                    <a:pt x="7007" y="21313"/>
                    <a:pt x="8289" y="21600"/>
                    <a:pt x="9548" y="21600"/>
                  </a:cubicBezTo>
                  <a:cubicBezTo>
                    <a:pt x="13240" y="21600"/>
                    <a:pt x="16740" y="19113"/>
                    <a:pt x="18322" y="15015"/>
                  </a:cubicBezTo>
                  <a:cubicBezTo>
                    <a:pt x="20276" y="9509"/>
                    <a:pt x="18011" y="3142"/>
                    <a:pt x="13180" y="902"/>
                  </a:cubicBezTo>
                  <a:cubicBezTo>
                    <a:pt x="11945" y="287"/>
                    <a:pt x="10675" y="0"/>
                    <a:pt x="9416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97" name="Google Shape;240;p12"/>
            <p:cNvSpPr/>
            <p:nvPr/>
          </p:nvSpPr>
          <p:spPr>
            <a:xfrm>
              <a:off x="4397690" y="1013693"/>
              <a:ext cx="108629" cy="108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978" y="0"/>
                    <a:pt x="0" y="4805"/>
                    <a:pt x="0" y="10807"/>
                  </a:cubicBezTo>
                  <a:cubicBezTo>
                    <a:pt x="0" y="16632"/>
                    <a:pt x="4978" y="21600"/>
                    <a:pt x="10800" y="21600"/>
                  </a:cubicBezTo>
                  <a:cubicBezTo>
                    <a:pt x="16798" y="21600"/>
                    <a:pt x="21600" y="16632"/>
                    <a:pt x="21600" y="10807"/>
                  </a:cubicBezTo>
                  <a:cubicBezTo>
                    <a:pt x="21600" y="4805"/>
                    <a:pt x="16798" y="0"/>
                    <a:pt x="10800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98" name="Google Shape;241;p12"/>
            <p:cNvSpPr/>
            <p:nvPr/>
          </p:nvSpPr>
          <p:spPr>
            <a:xfrm>
              <a:off x="4965725" y="1482609"/>
              <a:ext cx="108629" cy="107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02" y="0"/>
                    <a:pt x="0" y="4827"/>
                    <a:pt x="0" y="10875"/>
                  </a:cubicBezTo>
                  <a:cubicBezTo>
                    <a:pt x="0" y="16759"/>
                    <a:pt x="4802" y="21600"/>
                    <a:pt x="10800" y="21600"/>
                  </a:cubicBezTo>
                  <a:cubicBezTo>
                    <a:pt x="16798" y="21600"/>
                    <a:pt x="21600" y="16759"/>
                    <a:pt x="21600" y="10875"/>
                  </a:cubicBezTo>
                  <a:cubicBezTo>
                    <a:pt x="21600" y="4827"/>
                    <a:pt x="16798" y="0"/>
                    <a:pt x="10800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99" name="Google Shape;242;p12"/>
            <p:cNvSpPr/>
            <p:nvPr/>
          </p:nvSpPr>
          <p:spPr>
            <a:xfrm>
              <a:off x="5588817" y="1383490"/>
              <a:ext cx="107886" cy="1075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15" h="21600" fill="norm" stroke="1" extrusionOk="0">
                  <a:moveTo>
                    <a:pt x="9347" y="0"/>
                  </a:moveTo>
                  <a:cubicBezTo>
                    <a:pt x="1059" y="0"/>
                    <a:pt x="-3085" y="11597"/>
                    <a:pt x="2679" y="18344"/>
                  </a:cubicBezTo>
                  <a:cubicBezTo>
                    <a:pt x="4604" y="20597"/>
                    <a:pt x="6952" y="21600"/>
                    <a:pt x="9241" y="21600"/>
                  </a:cubicBezTo>
                  <a:cubicBezTo>
                    <a:pt x="13995" y="21600"/>
                    <a:pt x="18515" y="17272"/>
                    <a:pt x="18515" y="10731"/>
                  </a:cubicBezTo>
                  <a:cubicBezTo>
                    <a:pt x="18515" y="4837"/>
                    <a:pt x="14371" y="0"/>
                    <a:pt x="9347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00" name="Google Shape;243;p12"/>
            <p:cNvSpPr/>
            <p:nvPr/>
          </p:nvSpPr>
          <p:spPr>
            <a:xfrm>
              <a:off x="5961473" y="1488629"/>
              <a:ext cx="107558" cy="1078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69" h="21600" fill="norm" stroke="1" extrusionOk="0">
                  <a:moveTo>
                    <a:pt x="9296" y="0"/>
                  </a:moveTo>
                  <a:cubicBezTo>
                    <a:pt x="1003" y="0"/>
                    <a:pt x="-3131" y="11738"/>
                    <a:pt x="2789" y="18463"/>
                  </a:cubicBezTo>
                  <a:cubicBezTo>
                    <a:pt x="4645" y="20628"/>
                    <a:pt x="6935" y="21600"/>
                    <a:pt x="9178" y="21600"/>
                  </a:cubicBezTo>
                  <a:cubicBezTo>
                    <a:pt x="13912" y="21600"/>
                    <a:pt x="18469" y="17313"/>
                    <a:pt x="18469" y="10875"/>
                  </a:cubicBezTo>
                  <a:cubicBezTo>
                    <a:pt x="18469" y="4835"/>
                    <a:pt x="14335" y="0"/>
                    <a:pt x="9296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01" name="Google Shape;244;p12"/>
            <p:cNvSpPr/>
            <p:nvPr/>
          </p:nvSpPr>
          <p:spPr>
            <a:xfrm>
              <a:off x="6400754" y="759432"/>
              <a:ext cx="107916" cy="1075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20" h="21600" fill="norm" stroke="1" extrusionOk="0">
                  <a:moveTo>
                    <a:pt x="9199" y="0"/>
                  </a:moveTo>
                  <a:cubicBezTo>
                    <a:pt x="1064" y="0"/>
                    <a:pt x="-3080" y="11597"/>
                    <a:pt x="2684" y="18344"/>
                  </a:cubicBezTo>
                  <a:cubicBezTo>
                    <a:pt x="4562" y="20597"/>
                    <a:pt x="6898" y="21600"/>
                    <a:pt x="9187" y="21600"/>
                  </a:cubicBezTo>
                  <a:cubicBezTo>
                    <a:pt x="13942" y="21600"/>
                    <a:pt x="18520" y="17272"/>
                    <a:pt x="18520" y="10731"/>
                  </a:cubicBezTo>
                  <a:cubicBezTo>
                    <a:pt x="18520" y="4837"/>
                    <a:pt x="14376" y="0"/>
                    <a:pt x="9199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02" name="Google Shape;245;p12"/>
            <p:cNvSpPr/>
            <p:nvPr/>
          </p:nvSpPr>
          <p:spPr>
            <a:xfrm>
              <a:off x="6859643" y="537868"/>
              <a:ext cx="107547" cy="1078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66" h="21600" fill="norm" stroke="1" extrusionOk="0">
                  <a:moveTo>
                    <a:pt x="9293" y="0"/>
                  </a:moveTo>
                  <a:cubicBezTo>
                    <a:pt x="1012" y="0"/>
                    <a:pt x="-3134" y="11560"/>
                    <a:pt x="2786" y="18463"/>
                  </a:cubicBezTo>
                  <a:cubicBezTo>
                    <a:pt x="4642" y="20641"/>
                    <a:pt x="6932" y="21600"/>
                    <a:pt x="9175" y="21600"/>
                  </a:cubicBezTo>
                  <a:cubicBezTo>
                    <a:pt x="13909" y="21600"/>
                    <a:pt x="18466" y="17313"/>
                    <a:pt x="18466" y="10875"/>
                  </a:cubicBezTo>
                  <a:cubicBezTo>
                    <a:pt x="18466" y="4835"/>
                    <a:pt x="14332" y="0"/>
                    <a:pt x="9293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03" name="Google Shape;246;p12"/>
            <p:cNvSpPr/>
            <p:nvPr/>
          </p:nvSpPr>
          <p:spPr>
            <a:xfrm>
              <a:off x="408514" y="48293"/>
              <a:ext cx="7047429" cy="18273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622" y="0"/>
                  </a:moveTo>
                  <a:lnTo>
                    <a:pt x="9701" y="6429"/>
                  </a:lnTo>
                  <a:lnTo>
                    <a:pt x="7535" y="4452"/>
                  </a:lnTo>
                  <a:lnTo>
                    <a:pt x="7529" y="4452"/>
                  </a:lnTo>
                  <a:lnTo>
                    <a:pt x="5722" y="9649"/>
                  </a:lnTo>
                  <a:lnTo>
                    <a:pt x="3435" y="5003"/>
                  </a:lnTo>
                  <a:lnTo>
                    <a:pt x="2407" y="18828"/>
                  </a:lnTo>
                  <a:lnTo>
                    <a:pt x="0" y="21447"/>
                  </a:lnTo>
                  <a:lnTo>
                    <a:pt x="8" y="21559"/>
                  </a:lnTo>
                  <a:lnTo>
                    <a:pt x="2431" y="18920"/>
                  </a:lnTo>
                  <a:lnTo>
                    <a:pt x="3453" y="5165"/>
                  </a:lnTo>
                  <a:lnTo>
                    <a:pt x="5725" y="9781"/>
                  </a:lnTo>
                  <a:lnTo>
                    <a:pt x="7535" y="4575"/>
                  </a:lnTo>
                  <a:lnTo>
                    <a:pt x="9709" y="6551"/>
                  </a:lnTo>
                  <a:lnTo>
                    <a:pt x="11619" y="173"/>
                  </a:lnTo>
                  <a:lnTo>
                    <a:pt x="13619" y="9852"/>
                  </a:lnTo>
                  <a:lnTo>
                    <a:pt x="13621" y="9873"/>
                  </a:lnTo>
                  <a:lnTo>
                    <a:pt x="16702" y="12787"/>
                  </a:lnTo>
                  <a:lnTo>
                    <a:pt x="16713" y="12796"/>
                  </a:lnTo>
                  <a:lnTo>
                    <a:pt x="18279" y="4279"/>
                  </a:lnTo>
                  <a:lnTo>
                    <a:pt x="19040" y="15659"/>
                  </a:lnTo>
                  <a:lnTo>
                    <a:pt x="19040" y="15680"/>
                  </a:lnTo>
                  <a:lnTo>
                    <a:pt x="21584" y="21600"/>
                  </a:lnTo>
                  <a:lnTo>
                    <a:pt x="21600" y="21498"/>
                  </a:lnTo>
                  <a:lnTo>
                    <a:pt x="19066" y="15609"/>
                  </a:lnTo>
                  <a:lnTo>
                    <a:pt x="18292" y="4015"/>
                  </a:lnTo>
                  <a:lnTo>
                    <a:pt x="16699" y="12665"/>
                  </a:lnTo>
                  <a:lnTo>
                    <a:pt x="13637" y="9771"/>
                  </a:lnTo>
                  <a:lnTo>
                    <a:pt x="11622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04" name="Google Shape;247;p12"/>
            <p:cNvSpPr/>
            <p:nvPr/>
          </p:nvSpPr>
          <p:spPr>
            <a:xfrm>
              <a:off x="0" y="1871881"/>
              <a:ext cx="7699055" cy="12702"/>
            </a:xfrm>
            <a:prstGeom prst="rect">
              <a:avLst/>
            </a:pr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05" name="Google Shape;248;p12"/>
            <p:cNvSpPr/>
            <p:nvPr/>
          </p:nvSpPr>
          <p:spPr>
            <a:xfrm>
              <a:off x="1135054" y="1586858"/>
              <a:ext cx="107866" cy="1078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11" h="21600" fill="norm" stroke="1" extrusionOk="0">
                  <a:moveTo>
                    <a:pt x="9343" y="0"/>
                  </a:moveTo>
                  <a:cubicBezTo>
                    <a:pt x="1055" y="0"/>
                    <a:pt x="-3089" y="11574"/>
                    <a:pt x="2687" y="18477"/>
                  </a:cubicBezTo>
                  <a:cubicBezTo>
                    <a:pt x="4588" y="20628"/>
                    <a:pt x="6889" y="21600"/>
                    <a:pt x="9155" y="21600"/>
                  </a:cubicBezTo>
                  <a:cubicBezTo>
                    <a:pt x="13944" y="21600"/>
                    <a:pt x="18511" y="17272"/>
                    <a:pt x="18511" y="10711"/>
                  </a:cubicBezTo>
                  <a:cubicBezTo>
                    <a:pt x="18511" y="4835"/>
                    <a:pt x="14367" y="0"/>
                    <a:pt x="9343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06" name="Google Shape;249;p12"/>
            <p:cNvSpPr/>
            <p:nvPr/>
          </p:nvSpPr>
          <p:spPr>
            <a:xfrm>
              <a:off x="1487946" y="420075"/>
              <a:ext cx="108511" cy="108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02" h="21600" fill="norm" stroke="1" extrusionOk="0">
                  <a:moveTo>
                    <a:pt x="9896" y="0"/>
                  </a:moveTo>
                  <a:cubicBezTo>
                    <a:pt x="9404" y="0"/>
                    <a:pt x="8912" y="41"/>
                    <a:pt x="8408" y="109"/>
                  </a:cubicBezTo>
                  <a:cubicBezTo>
                    <a:pt x="2847" y="1140"/>
                    <a:pt x="-797" y="6608"/>
                    <a:pt x="149" y="12428"/>
                  </a:cubicBezTo>
                  <a:cubicBezTo>
                    <a:pt x="867" y="17855"/>
                    <a:pt x="5268" y="21600"/>
                    <a:pt x="10110" y="21600"/>
                  </a:cubicBezTo>
                  <a:cubicBezTo>
                    <a:pt x="10602" y="21600"/>
                    <a:pt x="11094" y="21559"/>
                    <a:pt x="11585" y="21478"/>
                  </a:cubicBezTo>
                  <a:cubicBezTo>
                    <a:pt x="16995" y="20460"/>
                    <a:pt x="20803" y="14992"/>
                    <a:pt x="19857" y="9009"/>
                  </a:cubicBezTo>
                  <a:cubicBezTo>
                    <a:pt x="19126" y="3731"/>
                    <a:pt x="14738" y="0"/>
                    <a:pt x="9896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07" name="Google Shape;250;p12"/>
            <p:cNvSpPr/>
            <p:nvPr/>
          </p:nvSpPr>
          <p:spPr>
            <a:xfrm>
              <a:off x="2222830" y="813677"/>
              <a:ext cx="107867" cy="107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21" h="21600" fill="norm" stroke="1" extrusionOk="0">
                  <a:moveTo>
                    <a:pt x="9195" y="0"/>
                  </a:moveTo>
                  <a:cubicBezTo>
                    <a:pt x="1055" y="0"/>
                    <a:pt x="-3079" y="11567"/>
                    <a:pt x="2688" y="18465"/>
                  </a:cubicBezTo>
                  <a:cubicBezTo>
                    <a:pt x="4591" y="20628"/>
                    <a:pt x="6916" y="21600"/>
                    <a:pt x="9183" y="21600"/>
                  </a:cubicBezTo>
                  <a:cubicBezTo>
                    <a:pt x="13964" y="21600"/>
                    <a:pt x="18521" y="17302"/>
                    <a:pt x="18521" y="10868"/>
                  </a:cubicBezTo>
                  <a:cubicBezTo>
                    <a:pt x="18521" y="4832"/>
                    <a:pt x="14387" y="0"/>
                    <a:pt x="9195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08" name="Google Shape;251;p12"/>
            <p:cNvSpPr/>
            <p:nvPr/>
          </p:nvSpPr>
          <p:spPr>
            <a:xfrm>
              <a:off x="2817031" y="377527"/>
              <a:ext cx="107558" cy="1080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69" h="21600" fill="norm" stroke="1" extrusionOk="0">
                  <a:moveTo>
                    <a:pt x="9296" y="0"/>
                  </a:moveTo>
                  <a:cubicBezTo>
                    <a:pt x="1003" y="0"/>
                    <a:pt x="-3131" y="11716"/>
                    <a:pt x="2789" y="18442"/>
                  </a:cubicBezTo>
                  <a:cubicBezTo>
                    <a:pt x="4656" y="20616"/>
                    <a:pt x="6970" y="21600"/>
                    <a:pt x="9249" y="21600"/>
                  </a:cubicBezTo>
                  <a:cubicBezTo>
                    <a:pt x="13959" y="21600"/>
                    <a:pt x="18469" y="17362"/>
                    <a:pt x="18469" y="10855"/>
                  </a:cubicBezTo>
                  <a:cubicBezTo>
                    <a:pt x="18469" y="4826"/>
                    <a:pt x="14335" y="0"/>
                    <a:pt x="9296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09" name="Google Shape;252;p12"/>
            <p:cNvSpPr/>
            <p:nvPr/>
          </p:nvSpPr>
          <p:spPr>
            <a:xfrm>
              <a:off x="3520108" y="539578"/>
              <a:ext cx="107891" cy="107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15" h="21600" fill="norm" stroke="1" extrusionOk="0">
                  <a:moveTo>
                    <a:pt x="9335" y="0"/>
                  </a:moveTo>
                  <a:cubicBezTo>
                    <a:pt x="1059" y="0"/>
                    <a:pt x="-3085" y="11567"/>
                    <a:pt x="2679" y="18465"/>
                  </a:cubicBezTo>
                  <a:cubicBezTo>
                    <a:pt x="4592" y="20628"/>
                    <a:pt x="6905" y="21600"/>
                    <a:pt x="9182" y="21600"/>
                  </a:cubicBezTo>
                  <a:cubicBezTo>
                    <a:pt x="13960" y="21600"/>
                    <a:pt x="18515" y="17302"/>
                    <a:pt x="18515" y="10868"/>
                  </a:cubicBezTo>
                  <a:cubicBezTo>
                    <a:pt x="18515" y="4832"/>
                    <a:pt x="14371" y="0"/>
                    <a:pt x="9335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10" name="Google Shape;253;p12"/>
            <p:cNvSpPr/>
            <p:nvPr/>
          </p:nvSpPr>
          <p:spPr>
            <a:xfrm>
              <a:off x="4807983" y="819765"/>
              <a:ext cx="108629" cy="107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02" y="0"/>
                    <a:pt x="0" y="4827"/>
                    <a:pt x="0" y="10711"/>
                  </a:cubicBezTo>
                  <a:cubicBezTo>
                    <a:pt x="0" y="16759"/>
                    <a:pt x="4802" y="21600"/>
                    <a:pt x="10800" y="21600"/>
                  </a:cubicBezTo>
                  <a:cubicBezTo>
                    <a:pt x="16798" y="21600"/>
                    <a:pt x="21600" y="16759"/>
                    <a:pt x="21600" y="10711"/>
                  </a:cubicBezTo>
                  <a:cubicBezTo>
                    <a:pt x="21600" y="4827"/>
                    <a:pt x="16798" y="0"/>
                    <a:pt x="10800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11" name="Google Shape;254;p12"/>
            <p:cNvSpPr/>
            <p:nvPr/>
          </p:nvSpPr>
          <p:spPr>
            <a:xfrm>
              <a:off x="5808592" y="1070538"/>
              <a:ext cx="107896" cy="107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16" h="21600" fill="norm" stroke="1" extrusionOk="0">
                  <a:moveTo>
                    <a:pt x="9195" y="0"/>
                  </a:moveTo>
                  <a:cubicBezTo>
                    <a:pt x="1060" y="0"/>
                    <a:pt x="-3084" y="11603"/>
                    <a:pt x="2692" y="18346"/>
                  </a:cubicBezTo>
                  <a:cubicBezTo>
                    <a:pt x="4617" y="20598"/>
                    <a:pt x="6965" y="21600"/>
                    <a:pt x="9254" y="21600"/>
                  </a:cubicBezTo>
                  <a:cubicBezTo>
                    <a:pt x="14008" y="21600"/>
                    <a:pt x="18516" y="17275"/>
                    <a:pt x="18516" y="10738"/>
                  </a:cubicBezTo>
                  <a:cubicBezTo>
                    <a:pt x="18516" y="4847"/>
                    <a:pt x="14372" y="0"/>
                    <a:pt x="9195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12" name="Google Shape;255;p12"/>
            <p:cNvSpPr/>
            <p:nvPr/>
          </p:nvSpPr>
          <p:spPr>
            <a:xfrm>
              <a:off x="6323484" y="350849"/>
              <a:ext cx="108436" cy="107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88" h="21600" fill="norm" stroke="1" extrusionOk="0">
                  <a:moveTo>
                    <a:pt x="9228" y="0"/>
                  </a:moveTo>
                  <a:cubicBezTo>
                    <a:pt x="1005" y="0"/>
                    <a:pt x="-3112" y="11590"/>
                    <a:pt x="2766" y="18332"/>
                  </a:cubicBezTo>
                  <a:cubicBezTo>
                    <a:pt x="4632" y="20584"/>
                    <a:pt x="6942" y="21600"/>
                    <a:pt x="9216" y="21600"/>
                  </a:cubicBezTo>
                  <a:cubicBezTo>
                    <a:pt x="13939" y="21600"/>
                    <a:pt x="18488" y="17261"/>
                    <a:pt x="18488" y="10724"/>
                  </a:cubicBezTo>
                  <a:cubicBezTo>
                    <a:pt x="18488" y="4669"/>
                    <a:pt x="14371" y="0"/>
                    <a:pt x="9228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13" name="Google Shape;256;p12"/>
            <p:cNvSpPr/>
            <p:nvPr/>
          </p:nvSpPr>
          <p:spPr>
            <a:xfrm>
              <a:off x="6577748" y="1324867"/>
              <a:ext cx="107612" cy="107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67" h="21600" fill="norm" stroke="1" extrusionOk="0">
                  <a:moveTo>
                    <a:pt x="9299" y="0"/>
                  </a:moveTo>
                  <a:cubicBezTo>
                    <a:pt x="1011" y="0"/>
                    <a:pt x="-3133" y="11590"/>
                    <a:pt x="2784" y="18332"/>
                  </a:cubicBezTo>
                  <a:cubicBezTo>
                    <a:pt x="4662" y="20584"/>
                    <a:pt x="6974" y="21600"/>
                    <a:pt x="9252" y="21600"/>
                  </a:cubicBezTo>
                  <a:cubicBezTo>
                    <a:pt x="13959" y="21600"/>
                    <a:pt x="18467" y="17261"/>
                    <a:pt x="18467" y="10724"/>
                  </a:cubicBezTo>
                  <a:cubicBezTo>
                    <a:pt x="18467" y="4847"/>
                    <a:pt x="14323" y="0"/>
                    <a:pt x="9299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3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Body Level One…"/>
          <p:cNvSpPr txBox="1"/>
          <p:nvPr>
            <p:ph type="body" sz="quarter" idx="1"/>
          </p:nvPr>
        </p:nvSpPr>
        <p:spPr>
          <a:xfrm>
            <a:off x="6429026" y="3829679"/>
            <a:ext cx="2428203" cy="5724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114300">
              <a:lnSpc>
                <a:spcPct val="100000"/>
              </a:lnSpc>
              <a:buClrTx/>
              <a:buSzTx/>
              <a:buFontTx/>
              <a:buNone/>
              <a:defRPr sz="1400"/>
            </a:lvl1pPr>
            <a:lvl2pPr marL="228600" indent="114300">
              <a:lnSpc>
                <a:spcPct val="100000"/>
              </a:lnSpc>
              <a:buClrTx/>
              <a:buSzTx/>
              <a:buFontTx/>
              <a:buNone/>
              <a:defRPr sz="1400"/>
            </a:lvl2pPr>
            <a:lvl3pPr marL="228600" indent="114300">
              <a:lnSpc>
                <a:spcPct val="100000"/>
              </a:lnSpc>
              <a:buClrTx/>
              <a:buSzTx/>
              <a:buFontTx/>
              <a:buNone/>
              <a:defRPr sz="1400"/>
            </a:lvl3pPr>
            <a:lvl4pPr marL="228600" indent="114300">
              <a:lnSpc>
                <a:spcPct val="100000"/>
              </a:lnSpc>
              <a:buClrTx/>
              <a:buSzTx/>
              <a:buFontTx/>
              <a:buNone/>
              <a:defRPr sz="1400"/>
            </a:lvl4pPr>
            <a:lvl5pPr marL="228600" indent="114300">
              <a:lnSpc>
                <a:spcPct val="100000"/>
              </a:lnSpc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3" name="Google Shape;259;p13"/>
          <p:cNvSpPr/>
          <p:nvPr/>
        </p:nvSpPr>
        <p:spPr>
          <a:xfrm>
            <a:off x="7647375" y="949599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24" name="Google Shape;260;p13"/>
          <p:cNvSpPr/>
          <p:nvPr/>
        </p:nvSpPr>
        <p:spPr>
          <a:xfrm>
            <a:off x="8985873" y="411700"/>
            <a:ext cx="108627" cy="108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25" name="Google Shape;261;p13"/>
          <p:cNvSpPr/>
          <p:nvPr/>
        </p:nvSpPr>
        <p:spPr>
          <a:xfrm>
            <a:off x="8359475" y="555874"/>
            <a:ext cx="52427" cy="52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129" y="3284"/>
                </a:moveTo>
                <a:lnTo>
                  <a:pt x="18129" y="18130"/>
                </a:lnTo>
                <a:lnTo>
                  <a:pt x="3276" y="18130"/>
                </a:lnTo>
                <a:lnTo>
                  <a:pt x="3276" y="328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26" name="Google Shape;262;p13"/>
          <p:cNvSpPr/>
          <p:nvPr/>
        </p:nvSpPr>
        <p:spPr>
          <a:xfrm>
            <a:off x="9122099" y="734248"/>
            <a:ext cx="164327" cy="164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27" name="Google Shape;263;p13"/>
          <p:cNvSpPr/>
          <p:nvPr/>
        </p:nvSpPr>
        <p:spPr>
          <a:xfrm>
            <a:off x="8798600" y="1088650"/>
            <a:ext cx="155902" cy="1563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28" name="Google Shape;264;p13"/>
          <p:cNvSpPr/>
          <p:nvPr/>
        </p:nvSpPr>
        <p:spPr>
          <a:xfrm>
            <a:off x="6099342" y="-150601"/>
            <a:ext cx="96047" cy="954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493" y="2994"/>
                </a:moveTo>
                <a:lnTo>
                  <a:pt x="18493" y="18474"/>
                </a:lnTo>
                <a:lnTo>
                  <a:pt x="3107" y="18474"/>
                </a:lnTo>
                <a:lnTo>
                  <a:pt x="3107" y="299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29" name="Google Shape;265;p13"/>
          <p:cNvSpPr/>
          <p:nvPr/>
        </p:nvSpPr>
        <p:spPr>
          <a:xfrm>
            <a:off x="6702552" y="444534"/>
            <a:ext cx="95433" cy="954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605" y="3126"/>
                </a:moveTo>
                <a:lnTo>
                  <a:pt x="18605" y="18606"/>
                </a:lnTo>
                <a:lnTo>
                  <a:pt x="3120" y="18606"/>
                </a:lnTo>
                <a:lnTo>
                  <a:pt x="3120" y="3126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30" name="Google Shape;266;p13"/>
          <p:cNvSpPr/>
          <p:nvPr/>
        </p:nvSpPr>
        <p:spPr>
          <a:xfrm>
            <a:off x="5905005" y="143251"/>
            <a:ext cx="82230" cy="8223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31" name="Google Shape;267;p13"/>
          <p:cNvSpPr/>
          <p:nvPr/>
        </p:nvSpPr>
        <p:spPr>
          <a:xfrm>
            <a:off x="285774" y="4542649"/>
            <a:ext cx="52428" cy="52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129" y="3284"/>
                </a:moveTo>
                <a:lnTo>
                  <a:pt x="18129" y="18130"/>
                </a:lnTo>
                <a:lnTo>
                  <a:pt x="3276" y="18130"/>
                </a:lnTo>
                <a:lnTo>
                  <a:pt x="3276" y="328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32" name="Google Shape;268;p13"/>
          <p:cNvSpPr/>
          <p:nvPr/>
        </p:nvSpPr>
        <p:spPr>
          <a:xfrm>
            <a:off x="439149" y="4803399"/>
            <a:ext cx="155902" cy="1563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33" name="Title Text"/>
          <p:cNvSpPr txBox="1"/>
          <p:nvPr>
            <p:ph type="title"/>
          </p:nvPr>
        </p:nvSpPr>
        <p:spPr>
          <a:xfrm>
            <a:off x="970813" y="3396800"/>
            <a:ext cx="2152502" cy="577802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itle Text"/>
          <p:cNvSpPr txBox="1"/>
          <p:nvPr>
            <p:ph type="title"/>
          </p:nvPr>
        </p:nvSpPr>
        <p:spPr>
          <a:xfrm>
            <a:off x="4696481" y="1365078"/>
            <a:ext cx="2655602" cy="64470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42" name="Body Level One…"/>
          <p:cNvSpPr txBox="1"/>
          <p:nvPr>
            <p:ph type="body" sz="quarter" idx="1"/>
          </p:nvPr>
        </p:nvSpPr>
        <p:spPr>
          <a:xfrm>
            <a:off x="4696481" y="1835141"/>
            <a:ext cx="3039302" cy="9381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114300">
              <a:lnSpc>
                <a:spcPct val="100000"/>
              </a:lnSpc>
              <a:buClrTx/>
              <a:buSzTx/>
              <a:buFontTx/>
              <a:buNone/>
              <a:defRPr sz="1600"/>
            </a:lvl1pPr>
            <a:lvl2pPr marL="228600" indent="114300">
              <a:lnSpc>
                <a:spcPct val="100000"/>
              </a:lnSpc>
              <a:buClrTx/>
              <a:buSzTx/>
              <a:buFontTx/>
              <a:buNone/>
              <a:defRPr sz="1600"/>
            </a:lvl2pPr>
            <a:lvl3pPr marL="228600" indent="114300">
              <a:lnSpc>
                <a:spcPct val="100000"/>
              </a:lnSpc>
              <a:buClrTx/>
              <a:buSzTx/>
              <a:buFontTx/>
              <a:buNone/>
              <a:defRPr sz="1600"/>
            </a:lvl3pPr>
            <a:lvl4pPr marL="228600" indent="114300">
              <a:lnSpc>
                <a:spcPct val="100000"/>
              </a:lnSpc>
              <a:buClrTx/>
              <a:buSzTx/>
              <a:buFontTx/>
              <a:buNone/>
              <a:defRPr sz="1600"/>
            </a:lvl4pPr>
            <a:lvl5pPr marL="228600" indent="114300">
              <a:lnSpc>
                <a:spcPct val="100000"/>
              </a:lnSpc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3" name="Google Shape;284;p14"/>
          <p:cNvSpPr/>
          <p:nvPr/>
        </p:nvSpPr>
        <p:spPr>
          <a:xfrm>
            <a:off x="7131387" y="365350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44" name="Google Shape;285;p14"/>
          <p:cNvSpPr/>
          <p:nvPr/>
        </p:nvSpPr>
        <p:spPr>
          <a:xfrm>
            <a:off x="8403211" y="218398"/>
            <a:ext cx="108627" cy="1086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45" name="Google Shape;286;p14"/>
          <p:cNvSpPr/>
          <p:nvPr/>
        </p:nvSpPr>
        <p:spPr>
          <a:xfrm>
            <a:off x="7776812" y="362575"/>
            <a:ext cx="52427" cy="52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129" y="3284"/>
                </a:moveTo>
                <a:lnTo>
                  <a:pt x="18129" y="18130"/>
                </a:lnTo>
                <a:lnTo>
                  <a:pt x="3276" y="18130"/>
                </a:lnTo>
                <a:lnTo>
                  <a:pt x="3276" y="328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46" name="Google Shape;287;p14"/>
          <p:cNvSpPr/>
          <p:nvPr/>
        </p:nvSpPr>
        <p:spPr>
          <a:xfrm>
            <a:off x="8539436" y="540950"/>
            <a:ext cx="164327" cy="164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349" name="Google Shape;288;p14"/>
          <p:cNvGrpSpPr/>
          <p:nvPr/>
        </p:nvGrpSpPr>
        <p:grpSpPr>
          <a:xfrm>
            <a:off x="6626133" y="-164536"/>
            <a:ext cx="121175" cy="760444"/>
            <a:chOff x="-1" y="0"/>
            <a:chExt cx="121173" cy="760443"/>
          </a:xfrm>
        </p:grpSpPr>
        <p:sp>
          <p:nvSpPr>
            <p:cNvPr id="347" name="Google Shape;289;p14"/>
            <p:cNvSpPr/>
            <p:nvPr/>
          </p:nvSpPr>
          <p:spPr>
            <a:xfrm>
              <a:off x="-2" y="639297"/>
              <a:ext cx="121175" cy="12114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48" name="Google Shape;290;p14"/>
            <p:cNvSpPr/>
            <p:nvPr/>
          </p:nvSpPr>
          <p:spPr>
            <a:xfrm>
              <a:off x="61679" y="0"/>
              <a:ext cx="12702" cy="55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350" name="Google Shape;291;p14"/>
          <p:cNvSpPr/>
          <p:nvPr/>
        </p:nvSpPr>
        <p:spPr>
          <a:xfrm>
            <a:off x="318236" y="4418924"/>
            <a:ext cx="108627" cy="108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51" name="Google Shape;292;p14"/>
          <p:cNvSpPr/>
          <p:nvPr/>
        </p:nvSpPr>
        <p:spPr>
          <a:xfrm>
            <a:off x="454463" y="4741474"/>
            <a:ext cx="164327" cy="164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295;p15"/>
          <p:cNvSpPr/>
          <p:nvPr/>
        </p:nvSpPr>
        <p:spPr>
          <a:xfrm>
            <a:off x="7131387" y="365350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60" name="Google Shape;296;p15"/>
          <p:cNvSpPr/>
          <p:nvPr/>
        </p:nvSpPr>
        <p:spPr>
          <a:xfrm>
            <a:off x="8403211" y="218398"/>
            <a:ext cx="108627" cy="1086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61" name="Google Shape;297;p15"/>
          <p:cNvSpPr/>
          <p:nvPr/>
        </p:nvSpPr>
        <p:spPr>
          <a:xfrm>
            <a:off x="7776812" y="362575"/>
            <a:ext cx="52427" cy="52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129" y="3284"/>
                </a:moveTo>
                <a:lnTo>
                  <a:pt x="18129" y="18130"/>
                </a:lnTo>
                <a:lnTo>
                  <a:pt x="3276" y="18130"/>
                </a:lnTo>
                <a:lnTo>
                  <a:pt x="3276" y="328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62" name="Google Shape;298;p15"/>
          <p:cNvSpPr/>
          <p:nvPr/>
        </p:nvSpPr>
        <p:spPr>
          <a:xfrm>
            <a:off x="8539436" y="540950"/>
            <a:ext cx="164327" cy="164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365" name="Google Shape;299;p15"/>
          <p:cNvGrpSpPr/>
          <p:nvPr/>
        </p:nvGrpSpPr>
        <p:grpSpPr>
          <a:xfrm>
            <a:off x="6626133" y="-164536"/>
            <a:ext cx="121175" cy="760444"/>
            <a:chOff x="-1" y="0"/>
            <a:chExt cx="121173" cy="760443"/>
          </a:xfrm>
        </p:grpSpPr>
        <p:sp>
          <p:nvSpPr>
            <p:cNvPr id="363" name="Google Shape;300;p15"/>
            <p:cNvSpPr/>
            <p:nvPr/>
          </p:nvSpPr>
          <p:spPr>
            <a:xfrm>
              <a:off x="-2" y="639297"/>
              <a:ext cx="121175" cy="12114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364" name="Google Shape;301;p15"/>
            <p:cNvSpPr/>
            <p:nvPr/>
          </p:nvSpPr>
          <p:spPr>
            <a:xfrm>
              <a:off x="61679" y="0"/>
              <a:ext cx="12702" cy="55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366" name="Google Shape;302;p15"/>
          <p:cNvSpPr/>
          <p:nvPr/>
        </p:nvSpPr>
        <p:spPr>
          <a:xfrm>
            <a:off x="318236" y="4418924"/>
            <a:ext cx="108627" cy="108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67" name="Google Shape;303;p15"/>
          <p:cNvSpPr/>
          <p:nvPr/>
        </p:nvSpPr>
        <p:spPr>
          <a:xfrm>
            <a:off x="454463" y="4741474"/>
            <a:ext cx="164327" cy="164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68" name="Title Text"/>
          <p:cNvSpPr txBox="1"/>
          <p:nvPr>
            <p:ph type="title"/>
          </p:nvPr>
        </p:nvSpPr>
        <p:spPr>
          <a:xfrm>
            <a:off x="891226" y="1267448"/>
            <a:ext cx="1881302" cy="644702"/>
          </a:xfrm>
          <a:prstGeom prst="rect">
            <a:avLst/>
          </a:prstGeom>
        </p:spPr>
        <p:txBody>
          <a:bodyPr/>
          <a:lstStyle>
            <a:lvl1pPr algn="ctr">
              <a:defRPr sz="2000"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69" name="Body Level One…"/>
          <p:cNvSpPr txBox="1"/>
          <p:nvPr>
            <p:ph type="body" sz="quarter" idx="1"/>
          </p:nvPr>
        </p:nvSpPr>
        <p:spPr>
          <a:xfrm>
            <a:off x="891226" y="3491100"/>
            <a:ext cx="1881302" cy="11124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14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14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14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14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Title Text"/>
          <p:cNvSpPr txBox="1"/>
          <p:nvPr>
            <p:ph type="title"/>
          </p:nvPr>
        </p:nvSpPr>
        <p:spPr>
          <a:xfrm>
            <a:off x="1121523" y="2302199"/>
            <a:ext cx="1881304" cy="459602"/>
          </a:xfrm>
          <a:prstGeom prst="rect">
            <a:avLst/>
          </a:prstGeom>
        </p:spPr>
        <p:txBody>
          <a:bodyPr/>
          <a:lstStyle>
            <a:lvl1pPr algn="ctr">
              <a:defRPr sz="1600"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78" name="Body Level One…"/>
          <p:cNvSpPr txBox="1"/>
          <p:nvPr>
            <p:ph type="body" sz="quarter" idx="1"/>
          </p:nvPr>
        </p:nvSpPr>
        <p:spPr>
          <a:xfrm>
            <a:off x="961925" y="1643751"/>
            <a:ext cx="2200500" cy="82410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13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13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13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13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9" name="Google Shape;325;p16"/>
          <p:cNvSpPr/>
          <p:nvPr/>
        </p:nvSpPr>
        <p:spPr>
          <a:xfrm>
            <a:off x="7573050" y="277374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80" name="Google Shape;326;p16"/>
          <p:cNvSpPr/>
          <p:nvPr/>
        </p:nvSpPr>
        <p:spPr>
          <a:xfrm>
            <a:off x="8985873" y="411700"/>
            <a:ext cx="108627" cy="108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81" name="Google Shape;327;p16"/>
          <p:cNvSpPr/>
          <p:nvPr/>
        </p:nvSpPr>
        <p:spPr>
          <a:xfrm>
            <a:off x="8359475" y="555874"/>
            <a:ext cx="52427" cy="52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129" y="3284"/>
                </a:moveTo>
                <a:lnTo>
                  <a:pt x="18129" y="18130"/>
                </a:lnTo>
                <a:lnTo>
                  <a:pt x="3276" y="18130"/>
                </a:lnTo>
                <a:lnTo>
                  <a:pt x="3276" y="328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82" name="Google Shape;328;p16"/>
          <p:cNvSpPr/>
          <p:nvPr/>
        </p:nvSpPr>
        <p:spPr>
          <a:xfrm>
            <a:off x="9122099" y="734248"/>
            <a:ext cx="164327" cy="164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83" name="Google Shape;329;p16"/>
          <p:cNvSpPr/>
          <p:nvPr/>
        </p:nvSpPr>
        <p:spPr>
          <a:xfrm>
            <a:off x="8798600" y="1088650"/>
            <a:ext cx="155902" cy="1563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84" name="Google Shape;330;p16"/>
          <p:cNvSpPr/>
          <p:nvPr/>
        </p:nvSpPr>
        <p:spPr>
          <a:xfrm>
            <a:off x="6702552" y="444534"/>
            <a:ext cx="95433" cy="954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605" y="3126"/>
                </a:moveTo>
                <a:lnTo>
                  <a:pt x="18605" y="18606"/>
                </a:lnTo>
                <a:lnTo>
                  <a:pt x="3120" y="18606"/>
                </a:lnTo>
                <a:lnTo>
                  <a:pt x="3120" y="3126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85" name="Google Shape;331;p16"/>
          <p:cNvSpPr/>
          <p:nvPr/>
        </p:nvSpPr>
        <p:spPr>
          <a:xfrm>
            <a:off x="5905005" y="143251"/>
            <a:ext cx="82230" cy="8223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86" name="Google Shape;332;p16"/>
          <p:cNvSpPr/>
          <p:nvPr/>
        </p:nvSpPr>
        <p:spPr>
          <a:xfrm>
            <a:off x="303599" y="4401725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87" name="Google Shape;333;p16"/>
          <p:cNvSpPr/>
          <p:nvPr/>
        </p:nvSpPr>
        <p:spPr>
          <a:xfrm>
            <a:off x="564075" y="4753900"/>
            <a:ext cx="155902" cy="1563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Title Text"/>
          <p:cNvSpPr txBox="1"/>
          <p:nvPr>
            <p:ph type="title"/>
          </p:nvPr>
        </p:nvSpPr>
        <p:spPr>
          <a:xfrm>
            <a:off x="1218541" y="1373193"/>
            <a:ext cx="1881302" cy="644702"/>
          </a:xfrm>
          <a:prstGeom prst="rect">
            <a:avLst/>
          </a:prstGeom>
        </p:spPr>
        <p:txBody>
          <a:bodyPr/>
          <a:lstStyle>
            <a:lvl1pPr algn="ctr">
              <a:defRPr sz="2000"/>
            </a:lvl1pPr>
          </a:lstStyle>
          <a:p>
            <a:pPr/>
            <a:r>
              <a:t>Title Text</a:t>
            </a:r>
          </a:p>
        </p:txBody>
      </p:sp>
      <p:sp>
        <p:nvSpPr>
          <p:cNvPr id="396" name="Body Level One…"/>
          <p:cNvSpPr txBox="1"/>
          <p:nvPr>
            <p:ph type="body" sz="quarter" idx="1"/>
          </p:nvPr>
        </p:nvSpPr>
        <p:spPr>
          <a:xfrm>
            <a:off x="1218541" y="1865495"/>
            <a:ext cx="1881302" cy="6447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14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14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14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14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7" name="Google Shape;344;p17"/>
          <p:cNvSpPr/>
          <p:nvPr/>
        </p:nvSpPr>
        <p:spPr>
          <a:xfrm>
            <a:off x="7647375" y="949599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98" name="Google Shape;345;p17"/>
          <p:cNvSpPr/>
          <p:nvPr/>
        </p:nvSpPr>
        <p:spPr>
          <a:xfrm>
            <a:off x="8985873" y="411700"/>
            <a:ext cx="108627" cy="108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99" name="Google Shape;346;p17"/>
          <p:cNvSpPr/>
          <p:nvPr/>
        </p:nvSpPr>
        <p:spPr>
          <a:xfrm>
            <a:off x="8359475" y="555874"/>
            <a:ext cx="52427" cy="52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129" y="3284"/>
                </a:moveTo>
                <a:lnTo>
                  <a:pt x="18129" y="18130"/>
                </a:lnTo>
                <a:lnTo>
                  <a:pt x="3276" y="18130"/>
                </a:lnTo>
                <a:lnTo>
                  <a:pt x="3276" y="328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00" name="Google Shape;347;p17"/>
          <p:cNvSpPr/>
          <p:nvPr/>
        </p:nvSpPr>
        <p:spPr>
          <a:xfrm>
            <a:off x="9122099" y="734248"/>
            <a:ext cx="164327" cy="164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01" name="Google Shape;348;p17"/>
          <p:cNvSpPr/>
          <p:nvPr/>
        </p:nvSpPr>
        <p:spPr>
          <a:xfrm>
            <a:off x="8798600" y="1088650"/>
            <a:ext cx="155902" cy="1563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02" name="Google Shape;349;p17"/>
          <p:cNvSpPr/>
          <p:nvPr/>
        </p:nvSpPr>
        <p:spPr>
          <a:xfrm>
            <a:off x="6099342" y="-150601"/>
            <a:ext cx="96047" cy="954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493" y="2994"/>
                </a:moveTo>
                <a:lnTo>
                  <a:pt x="18493" y="18474"/>
                </a:lnTo>
                <a:lnTo>
                  <a:pt x="3107" y="18474"/>
                </a:lnTo>
                <a:lnTo>
                  <a:pt x="3107" y="299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03" name="Google Shape;350;p17"/>
          <p:cNvSpPr/>
          <p:nvPr/>
        </p:nvSpPr>
        <p:spPr>
          <a:xfrm>
            <a:off x="6702552" y="444534"/>
            <a:ext cx="95433" cy="954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605" y="3126"/>
                </a:moveTo>
                <a:lnTo>
                  <a:pt x="18605" y="18606"/>
                </a:lnTo>
                <a:lnTo>
                  <a:pt x="3120" y="18606"/>
                </a:lnTo>
                <a:lnTo>
                  <a:pt x="3120" y="3126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04" name="Google Shape;351;p17"/>
          <p:cNvSpPr/>
          <p:nvPr/>
        </p:nvSpPr>
        <p:spPr>
          <a:xfrm>
            <a:off x="5905005" y="143251"/>
            <a:ext cx="82230" cy="8223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05" name="Google Shape;352;p17"/>
          <p:cNvSpPr/>
          <p:nvPr/>
        </p:nvSpPr>
        <p:spPr>
          <a:xfrm>
            <a:off x="303599" y="4401725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06" name="Google Shape;353;p17"/>
          <p:cNvSpPr/>
          <p:nvPr/>
        </p:nvSpPr>
        <p:spPr>
          <a:xfrm>
            <a:off x="816648" y="4612675"/>
            <a:ext cx="155902" cy="1563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itle Text"/>
          <p:cNvSpPr txBox="1"/>
          <p:nvPr>
            <p:ph type="title"/>
          </p:nvPr>
        </p:nvSpPr>
        <p:spPr>
          <a:xfrm>
            <a:off x="915161" y="2299542"/>
            <a:ext cx="1881302" cy="644702"/>
          </a:xfrm>
          <a:prstGeom prst="rect">
            <a:avLst/>
          </a:prstGeom>
        </p:spPr>
        <p:txBody>
          <a:bodyPr anchor="t"/>
          <a:lstStyle>
            <a:lvl1pPr algn="r">
              <a:defRPr sz="2000"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15" name="Body Level One…"/>
          <p:cNvSpPr txBox="1"/>
          <p:nvPr>
            <p:ph type="body" sz="quarter" idx="1"/>
          </p:nvPr>
        </p:nvSpPr>
        <p:spPr>
          <a:xfrm>
            <a:off x="879138" y="1777395"/>
            <a:ext cx="1917301" cy="644702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marL="228600" indent="-114300" algn="r">
              <a:lnSpc>
                <a:spcPct val="100000"/>
              </a:lnSpc>
              <a:buClrTx/>
              <a:buSzTx/>
              <a:buFontTx/>
              <a:buNone/>
              <a:defRPr sz="1400"/>
            </a:lvl1pPr>
            <a:lvl2pPr marL="228600" indent="114300" algn="r">
              <a:lnSpc>
                <a:spcPct val="100000"/>
              </a:lnSpc>
              <a:buClrTx/>
              <a:buSzTx/>
              <a:buFontTx/>
              <a:buNone/>
              <a:defRPr sz="1400"/>
            </a:lvl2pPr>
            <a:lvl3pPr marL="228600" indent="114300" algn="r">
              <a:lnSpc>
                <a:spcPct val="100000"/>
              </a:lnSpc>
              <a:buClrTx/>
              <a:buSzTx/>
              <a:buFontTx/>
              <a:buNone/>
              <a:defRPr sz="1400"/>
            </a:lvl3pPr>
            <a:lvl4pPr marL="228600" indent="114300" algn="r">
              <a:lnSpc>
                <a:spcPct val="100000"/>
              </a:lnSpc>
              <a:buClrTx/>
              <a:buSzTx/>
              <a:buFontTx/>
              <a:buNone/>
              <a:defRPr sz="1400"/>
            </a:lvl4pPr>
            <a:lvl5pPr marL="228600" indent="114300" algn="r">
              <a:lnSpc>
                <a:spcPct val="100000"/>
              </a:lnSpc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6" name="Google Shape;364;p18"/>
          <p:cNvSpPr/>
          <p:nvPr/>
        </p:nvSpPr>
        <p:spPr>
          <a:xfrm>
            <a:off x="7647375" y="949599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17" name="Google Shape;365;p18"/>
          <p:cNvSpPr/>
          <p:nvPr/>
        </p:nvSpPr>
        <p:spPr>
          <a:xfrm>
            <a:off x="8985873" y="411700"/>
            <a:ext cx="108627" cy="108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18" name="Google Shape;366;p18"/>
          <p:cNvSpPr/>
          <p:nvPr/>
        </p:nvSpPr>
        <p:spPr>
          <a:xfrm>
            <a:off x="8359475" y="555874"/>
            <a:ext cx="52427" cy="52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129" y="3284"/>
                </a:moveTo>
                <a:lnTo>
                  <a:pt x="18129" y="18130"/>
                </a:lnTo>
                <a:lnTo>
                  <a:pt x="3276" y="18130"/>
                </a:lnTo>
                <a:lnTo>
                  <a:pt x="3276" y="328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19" name="Google Shape;367;p18"/>
          <p:cNvSpPr/>
          <p:nvPr/>
        </p:nvSpPr>
        <p:spPr>
          <a:xfrm>
            <a:off x="9122099" y="734248"/>
            <a:ext cx="164327" cy="164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20" name="Google Shape;368;p18"/>
          <p:cNvSpPr/>
          <p:nvPr/>
        </p:nvSpPr>
        <p:spPr>
          <a:xfrm>
            <a:off x="8798600" y="1088650"/>
            <a:ext cx="155902" cy="1563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21" name="Google Shape;369;p18"/>
          <p:cNvSpPr/>
          <p:nvPr/>
        </p:nvSpPr>
        <p:spPr>
          <a:xfrm>
            <a:off x="6099342" y="-150601"/>
            <a:ext cx="96047" cy="954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493" y="2994"/>
                </a:moveTo>
                <a:lnTo>
                  <a:pt x="18493" y="18474"/>
                </a:lnTo>
                <a:lnTo>
                  <a:pt x="3107" y="18474"/>
                </a:lnTo>
                <a:lnTo>
                  <a:pt x="3107" y="299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22" name="Google Shape;370;p18"/>
          <p:cNvSpPr/>
          <p:nvPr/>
        </p:nvSpPr>
        <p:spPr>
          <a:xfrm>
            <a:off x="6702552" y="444534"/>
            <a:ext cx="95433" cy="954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605" y="3126"/>
                </a:moveTo>
                <a:lnTo>
                  <a:pt x="18605" y="18606"/>
                </a:lnTo>
                <a:lnTo>
                  <a:pt x="3120" y="18606"/>
                </a:lnTo>
                <a:lnTo>
                  <a:pt x="3120" y="3126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23" name="Google Shape;371;p18"/>
          <p:cNvSpPr/>
          <p:nvPr/>
        </p:nvSpPr>
        <p:spPr>
          <a:xfrm>
            <a:off x="5905005" y="143251"/>
            <a:ext cx="82230" cy="8223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24" name="Google Shape;372;p18"/>
          <p:cNvSpPr/>
          <p:nvPr/>
        </p:nvSpPr>
        <p:spPr>
          <a:xfrm>
            <a:off x="303599" y="4401725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25" name="Google Shape;373;p18"/>
          <p:cNvSpPr/>
          <p:nvPr/>
        </p:nvSpPr>
        <p:spPr>
          <a:xfrm>
            <a:off x="816648" y="4612675"/>
            <a:ext cx="155902" cy="1563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Title Text"/>
          <p:cNvSpPr txBox="1"/>
          <p:nvPr>
            <p:ph type="title"/>
          </p:nvPr>
        </p:nvSpPr>
        <p:spPr>
          <a:xfrm>
            <a:off x="2471148" y="1830073"/>
            <a:ext cx="3823203" cy="1121402"/>
          </a:xfrm>
          <a:prstGeom prst="rect">
            <a:avLst/>
          </a:prstGeom>
        </p:spPr>
        <p:txBody>
          <a:bodyPr/>
          <a:lstStyle>
            <a:lvl1pPr algn="ctr">
              <a:defRPr sz="7200"/>
            </a:lvl1pPr>
          </a:lstStyle>
          <a:p>
            <a:pPr/>
            <a:r>
              <a:t>Title Text</a:t>
            </a:r>
          </a:p>
        </p:txBody>
      </p:sp>
      <p:sp>
        <p:nvSpPr>
          <p:cNvPr id="434" name="Body Level One…"/>
          <p:cNvSpPr txBox="1"/>
          <p:nvPr>
            <p:ph type="body" sz="quarter" idx="1"/>
          </p:nvPr>
        </p:nvSpPr>
        <p:spPr>
          <a:xfrm>
            <a:off x="2902548" y="539999"/>
            <a:ext cx="2960403" cy="13530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14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14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14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14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5" name="Google Shape;377;p19"/>
          <p:cNvSpPr txBox="1"/>
          <p:nvPr/>
        </p:nvSpPr>
        <p:spPr>
          <a:xfrm>
            <a:off x="2289500" y="4013794"/>
            <a:ext cx="4186500" cy="510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 anchor="b">
            <a:spAutoFit/>
          </a:bodyPr>
          <a:lstStyle/>
          <a:p>
            <a:pPr algn="ctr"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defRPr>
            </a:pPr>
            <a:r>
              <a:t>CREDITS: This presentation template was created by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Slidesgo</a:t>
            </a:r>
            <a:r>
              <a:t>, including icons by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Flaticon</a:t>
            </a:r>
            <a:r>
              <a:t>, and infographics &amp; images by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Freepik</a:t>
            </a:r>
          </a:p>
        </p:txBody>
      </p:sp>
      <p:sp>
        <p:nvSpPr>
          <p:cNvPr id="436" name="Google Shape;378;p19"/>
          <p:cNvSpPr/>
          <p:nvPr/>
        </p:nvSpPr>
        <p:spPr>
          <a:xfrm>
            <a:off x="858275" y="1380669"/>
            <a:ext cx="130734" cy="13098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37" name="Google Shape;379;p19"/>
          <p:cNvSpPr/>
          <p:nvPr/>
        </p:nvSpPr>
        <p:spPr>
          <a:xfrm>
            <a:off x="1802476" y="4340187"/>
            <a:ext cx="130988" cy="13098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38" name="Google Shape;380;p19"/>
          <p:cNvSpPr/>
          <p:nvPr/>
        </p:nvSpPr>
        <p:spPr>
          <a:xfrm>
            <a:off x="7196621" y="809568"/>
            <a:ext cx="130988" cy="13098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39" name="Google Shape;381;p19"/>
          <p:cNvSpPr/>
          <p:nvPr/>
        </p:nvSpPr>
        <p:spPr>
          <a:xfrm>
            <a:off x="7826512" y="4005522"/>
            <a:ext cx="105770" cy="106024"/>
          </a:xfrm>
          <a:prstGeom prst="rect">
            <a:avLst/>
          </a:prstGeom>
          <a:ln w="3175">
            <a:solidFill>
              <a:schemeClr val="accent1"/>
            </a:solidFill>
            <a:miter lim="9192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40" name="Google Shape;382;p19"/>
          <p:cNvSpPr/>
          <p:nvPr/>
        </p:nvSpPr>
        <p:spPr>
          <a:xfrm>
            <a:off x="6669747" y="3108483"/>
            <a:ext cx="62370" cy="62371"/>
          </a:xfrm>
          <a:prstGeom prst="rect">
            <a:avLst/>
          </a:prstGeom>
          <a:ln w="3175">
            <a:solidFill>
              <a:schemeClr val="accent1"/>
            </a:solidFill>
            <a:miter lim="9192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41" name="Google Shape;383;p19"/>
          <p:cNvSpPr/>
          <p:nvPr/>
        </p:nvSpPr>
        <p:spPr>
          <a:xfrm>
            <a:off x="2127300" y="2530816"/>
            <a:ext cx="112272" cy="112526"/>
          </a:xfrm>
          <a:prstGeom prst="rect">
            <a:avLst/>
          </a:prstGeom>
          <a:ln w="3175">
            <a:solidFill>
              <a:schemeClr val="accent2"/>
            </a:solidFill>
            <a:miter lim="9192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42" name="Google Shape;384;p19"/>
          <p:cNvSpPr/>
          <p:nvPr/>
        </p:nvSpPr>
        <p:spPr>
          <a:xfrm>
            <a:off x="7418926" y="3240543"/>
            <a:ext cx="112299" cy="112526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43" name="Google Shape;385;p19"/>
          <p:cNvSpPr/>
          <p:nvPr/>
        </p:nvSpPr>
        <p:spPr>
          <a:xfrm>
            <a:off x="7751302" y="1218582"/>
            <a:ext cx="86798" cy="86799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446" name="Google Shape;386;p19"/>
          <p:cNvGrpSpPr/>
          <p:nvPr/>
        </p:nvGrpSpPr>
        <p:grpSpPr>
          <a:xfrm>
            <a:off x="6669775" y="-389684"/>
            <a:ext cx="143712" cy="2106393"/>
            <a:chOff x="0" y="0"/>
            <a:chExt cx="143711" cy="2106392"/>
          </a:xfrm>
        </p:grpSpPr>
        <p:sp>
          <p:nvSpPr>
            <p:cNvPr id="444" name="Google Shape;387;p19"/>
            <p:cNvSpPr/>
            <p:nvPr/>
          </p:nvSpPr>
          <p:spPr>
            <a:xfrm>
              <a:off x="-1" y="1962682"/>
              <a:ext cx="143713" cy="143711"/>
            </a:xfrm>
            <a:prstGeom prst="rect">
              <a:avLst/>
            </a:prstGeom>
            <a:noFill/>
            <a:ln w="412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445" name="Google Shape;388;p19"/>
            <p:cNvSpPr/>
            <p:nvPr/>
          </p:nvSpPr>
          <p:spPr>
            <a:xfrm>
              <a:off x="65506" y="-1"/>
              <a:ext cx="12702" cy="1829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497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497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451" name="Google Shape;389;p19"/>
          <p:cNvGrpSpPr/>
          <p:nvPr/>
        </p:nvGrpSpPr>
        <p:grpSpPr>
          <a:xfrm>
            <a:off x="1510027" y="507776"/>
            <a:ext cx="203509" cy="2663054"/>
            <a:chOff x="0" y="0"/>
            <a:chExt cx="203507" cy="2663052"/>
          </a:xfrm>
        </p:grpSpPr>
        <p:sp>
          <p:nvSpPr>
            <p:cNvPr id="447" name="Google Shape;390;p19"/>
            <p:cNvSpPr/>
            <p:nvPr/>
          </p:nvSpPr>
          <p:spPr>
            <a:xfrm>
              <a:off x="0" y="2459319"/>
              <a:ext cx="203508" cy="203734"/>
            </a:xfrm>
            <a:prstGeom prst="rect">
              <a:avLst/>
            </a:prstGeom>
            <a:noFill/>
            <a:ln w="5750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448" name="Google Shape;391;p19"/>
            <p:cNvSpPr/>
            <p:nvPr/>
          </p:nvSpPr>
          <p:spPr>
            <a:xfrm>
              <a:off x="29912" y="1903140"/>
              <a:ext cx="143712" cy="143740"/>
            </a:xfrm>
            <a:prstGeom prst="rect">
              <a:avLst/>
            </a:prstGeom>
            <a:noFill/>
            <a:ln w="412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449" name="Google Shape;392;p19"/>
            <p:cNvSpPr/>
            <p:nvPr/>
          </p:nvSpPr>
          <p:spPr>
            <a:xfrm>
              <a:off x="58241" y="1388297"/>
              <a:ext cx="86799" cy="86827"/>
            </a:xfrm>
            <a:prstGeom prst="rect">
              <a:avLst/>
            </a:prstGeom>
            <a:noFill/>
            <a:ln w="3175" cap="flat">
              <a:solidFill>
                <a:schemeClr val="accent3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450" name="Google Shape;393;p19"/>
            <p:cNvSpPr/>
            <p:nvPr/>
          </p:nvSpPr>
          <p:spPr>
            <a:xfrm>
              <a:off x="95402" y="-1"/>
              <a:ext cx="12703" cy="1091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53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532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455" name="Google Shape;394;p19"/>
          <p:cNvGrpSpPr/>
          <p:nvPr/>
        </p:nvGrpSpPr>
        <p:grpSpPr>
          <a:xfrm>
            <a:off x="385352" y="1380670"/>
            <a:ext cx="199215" cy="2828911"/>
            <a:chOff x="-1" y="0"/>
            <a:chExt cx="199214" cy="2828910"/>
          </a:xfrm>
        </p:grpSpPr>
        <p:sp>
          <p:nvSpPr>
            <p:cNvPr id="452" name="Google Shape;395;p19"/>
            <p:cNvSpPr/>
            <p:nvPr/>
          </p:nvSpPr>
          <p:spPr>
            <a:xfrm>
              <a:off x="-2" y="2629725"/>
              <a:ext cx="199215" cy="199186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453" name="Google Shape;396;p19"/>
            <p:cNvSpPr/>
            <p:nvPr/>
          </p:nvSpPr>
          <p:spPr>
            <a:xfrm>
              <a:off x="47458" y="1989458"/>
              <a:ext cx="104062" cy="10406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454" name="Google Shape;397;p19"/>
            <p:cNvSpPr/>
            <p:nvPr/>
          </p:nvSpPr>
          <p:spPr>
            <a:xfrm>
              <a:off x="93255" y="-1"/>
              <a:ext cx="12703" cy="17941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53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0532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456" name="Google Shape;398;p19"/>
          <p:cNvSpPr/>
          <p:nvPr/>
        </p:nvSpPr>
        <p:spPr>
          <a:xfrm>
            <a:off x="1048807" y="3209673"/>
            <a:ext cx="12702" cy="27184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03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1103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57" name="Google Shape;399;p19"/>
          <p:cNvSpPr/>
          <p:nvPr/>
        </p:nvSpPr>
        <p:spPr>
          <a:xfrm>
            <a:off x="7088527" y="2590837"/>
            <a:ext cx="12702" cy="1822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532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532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460" name="Google Shape;400;p19"/>
          <p:cNvGrpSpPr/>
          <p:nvPr/>
        </p:nvGrpSpPr>
        <p:grpSpPr>
          <a:xfrm>
            <a:off x="989033" y="-389639"/>
            <a:ext cx="62088" cy="897374"/>
            <a:chOff x="0" y="0"/>
            <a:chExt cx="62086" cy="897372"/>
          </a:xfrm>
        </p:grpSpPr>
        <p:sp>
          <p:nvSpPr>
            <p:cNvPr id="458" name="Google Shape;401;p19"/>
            <p:cNvSpPr/>
            <p:nvPr/>
          </p:nvSpPr>
          <p:spPr>
            <a:xfrm>
              <a:off x="0" y="835002"/>
              <a:ext cx="62087" cy="62371"/>
            </a:xfrm>
            <a:prstGeom prst="rect">
              <a:avLst/>
            </a:prstGeom>
            <a:noFill/>
            <a:ln w="3175" cap="flat">
              <a:solidFill>
                <a:schemeClr val="accent2"/>
              </a:solidFill>
              <a:prstDash val="solid"/>
              <a:miter lim="9192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459" name="Google Shape;402;p19"/>
            <p:cNvSpPr/>
            <p:nvPr/>
          </p:nvSpPr>
          <p:spPr>
            <a:xfrm>
              <a:off x="24692" y="-1"/>
              <a:ext cx="12702" cy="7466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grpSp>
        <p:nvGrpSpPr>
          <p:cNvPr id="463" name="Google Shape;403;p19"/>
          <p:cNvGrpSpPr/>
          <p:nvPr/>
        </p:nvGrpSpPr>
        <p:grpSpPr>
          <a:xfrm>
            <a:off x="8568749" y="2184836"/>
            <a:ext cx="214649" cy="2308574"/>
            <a:chOff x="0" y="0"/>
            <a:chExt cx="214647" cy="2308572"/>
          </a:xfrm>
        </p:grpSpPr>
        <p:sp>
          <p:nvSpPr>
            <p:cNvPr id="461" name="Google Shape;404;p19"/>
            <p:cNvSpPr/>
            <p:nvPr/>
          </p:nvSpPr>
          <p:spPr>
            <a:xfrm>
              <a:off x="-1" y="2093896"/>
              <a:ext cx="214649" cy="21467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462" name="Google Shape;405;p19"/>
            <p:cNvSpPr/>
            <p:nvPr/>
          </p:nvSpPr>
          <p:spPr>
            <a:xfrm>
              <a:off x="100831" y="-1"/>
              <a:ext cx="12703" cy="19353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464" name="Google Shape;406;p19"/>
          <p:cNvSpPr/>
          <p:nvPr/>
        </p:nvSpPr>
        <p:spPr>
          <a:xfrm>
            <a:off x="6423238" y="3192658"/>
            <a:ext cx="86798" cy="86799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467" name="Google Shape;407;p19"/>
          <p:cNvGrpSpPr/>
          <p:nvPr/>
        </p:nvGrpSpPr>
        <p:grpSpPr>
          <a:xfrm>
            <a:off x="8221250" y="36"/>
            <a:ext cx="214648" cy="2308574"/>
            <a:chOff x="0" y="0"/>
            <a:chExt cx="214646" cy="2308572"/>
          </a:xfrm>
        </p:grpSpPr>
        <p:sp>
          <p:nvSpPr>
            <p:cNvPr id="465" name="Google Shape;408;p19"/>
            <p:cNvSpPr/>
            <p:nvPr/>
          </p:nvSpPr>
          <p:spPr>
            <a:xfrm>
              <a:off x="0" y="2093896"/>
              <a:ext cx="214647" cy="21467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466" name="Google Shape;409;p19"/>
            <p:cNvSpPr/>
            <p:nvPr/>
          </p:nvSpPr>
          <p:spPr>
            <a:xfrm>
              <a:off x="100831" y="-1"/>
              <a:ext cx="12702" cy="19353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1135" y="0"/>
                  </a:lnTo>
                  <a:close/>
                </a:path>
              </a:pathLst>
            </a:custGeom>
            <a:solidFill>
              <a:srgbClr val="C4FFD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4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Body Level One…"/>
          <p:cNvSpPr txBox="1"/>
          <p:nvPr>
            <p:ph type="body" sz="half" idx="1"/>
          </p:nvPr>
        </p:nvSpPr>
        <p:spPr>
          <a:xfrm>
            <a:off x="597375" y="1063525"/>
            <a:ext cx="3908701" cy="37869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indent="-292100">
              <a:lnSpc>
                <a:spcPct val="100000"/>
              </a:lnSpc>
              <a:buSzPts val="1200"/>
              <a:defRPr sz="1200"/>
            </a:lvl1pPr>
            <a:lvl2pPr marL="872670" indent="-250371">
              <a:lnSpc>
                <a:spcPct val="100000"/>
              </a:lnSpc>
              <a:buSzPts val="1200"/>
              <a:defRPr sz="1200"/>
            </a:lvl2pPr>
            <a:lvl3pPr marL="1329870" indent="-250370">
              <a:lnSpc>
                <a:spcPct val="100000"/>
              </a:lnSpc>
              <a:buSzPts val="1200"/>
              <a:defRPr sz="1200"/>
            </a:lvl3pPr>
            <a:lvl4pPr marL="1787070" indent="-250370">
              <a:lnSpc>
                <a:spcPct val="100000"/>
              </a:lnSpc>
              <a:buSzPts val="1200"/>
              <a:defRPr sz="1200"/>
            </a:lvl4pPr>
            <a:lvl5pPr marL="2244270" indent="-250370">
              <a:lnSpc>
                <a:spcPct val="100000"/>
              </a:lnSpc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77" name="Google Shape;413;p20"/>
          <p:cNvSpPr txBox="1"/>
          <p:nvPr>
            <p:ph type="body" sz="half" idx="21"/>
          </p:nvPr>
        </p:nvSpPr>
        <p:spPr>
          <a:xfrm>
            <a:off x="4690124" y="1063524"/>
            <a:ext cx="3908703" cy="37869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</a:p>
        </p:txBody>
      </p:sp>
      <p:sp>
        <p:nvSpPr>
          <p:cNvPr id="478" name="Google Shape;414;p20"/>
          <p:cNvSpPr/>
          <p:nvPr/>
        </p:nvSpPr>
        <p:spPr>
          <a:xfrm>
            <a:off x="8829950" y="1123700"/>
            <a:ext cx="108627" cy="1086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014" y="1675"/>
                </a:moveTo>
                <a:lnTo>
                  <a:pt x="20014" y="19925"/>
                </a:lnTo>
                <a:lnTo>
                  <a:pt x="1675" y="19925"/>
                </a:lnTo>
                <a:lnTo>
                  <a:pt x="1675" y="167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79" name="Google Shape;415;p20"/>
          <p:cNvSpPr/>
          <p:nvPr/>
        </p:nvSpPr>
        <p:spPr>
          <a:xfrm>
            <a:off x="9156248" y="1340473"/>
            <a:ext cx="111427" cy="110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424" y="2093"/>
                </a:moveTo>
                <a:lnTo>
                  <a:pt x="19424" y="19502"/>
                </a:lnTo>
                <a:lnTo>
                  <a:pt x="2089" y="19502"/>
                </a:lnTo>
                <a:lnTo>
                  <a:pt x="2089" y="2093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80" name="Google Shape;416;p20"/>
          <p:cNvSpPr/>
          <p:nvPr/>
        </p:nvSpPr>
        <p:spPr>
          <a:xfrm>
            <a:off x="5809850" y="214398"/>
            <a:ext cx="108627" cy="1086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5" y="1675"/>
                </a:moveTo>
                <a:lnTo>
                  <a:pt x="19925" y="19925"/>
                </a:lnTo>
                <a:lnTo>
                  <a:pt x="1675" y="19925"/>
                </a:lnTo>
                <a:lnTo>
                  <a:pt x="1675" y="167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81" name="Google Shape;417;p20"/>
          <p:cNvSpPr/>
          <p:nvPr/>
        </p:nvSpPr>
        <p:spPr>
          <a:xfrm>
            <a:off x="7079823" y="420113"/>
            <a:ext cx="164802" cy="164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96" y="1107"/>
                </a:moveTo>
                <a:lnTo>
                  <a:pt x="20496" y="20493"/>
                </a:lnTo>
                <a:lnTo>
                  <a:pt x="1104" y="20493"/>
                </a:lnTo>
                <a:lnTo>
                  <a:pt x="1104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82" name="Google Shape;418;p20"/>
          <p:cNvSpPr/>
          <p:nvPr/>
        </p:nvSpPr>
        <p:spPr>
          <a:xfrm>
            <a:off x="7952723" y="278536"/>
            <a:ext cx="44927" cy="444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83" name="Google Shape;419;p20"/>
          <p:cNvSpPr/>
          <p:nvPr/>
        </p:nvSpPr>
        <p:spPr>
          <a:xfrm>
            <a:off x="7372449" y="-69327"/>
            <a:ext cx="155902" cy="155904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84" name="Google Shape;420;p20"/>
          <p:cNvSpPr/>
          <p:nvPr/>
        </p:nvSpPr>
        <p:spPr>
          <a:xfrm>
            <a:off x="8464298" y="355075"/>
            <a:ext cx="155902" cy="1563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85" name="Google Shape;421;p20"/>
          <p:cNvSpPr/>
          <p:nvPr/>
        </p:nvSpPr>
        <p:spPr>
          <a:xfrm>
            <a:off x="7264275" y="607388"/>
            <a:ext cx="122677" cy="12265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86" name="Google Shape;422;p20"/>
          <p:cNvSpPr/>
          <p:nvPr/>
        </p:nvSpPr>
        <p:spPr>
          <a:xfrm>
            <a:off x="6298874" y="907625"/>
            <a:ext cx="155902" cy="1559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87" name="Google Shape;423;p20"/>
          <p:cNvSpPr/>
          <p:nvPr/>
        </p:nvSpPr>
        <p:spPr>
          <a:xfrm>
            <a:off x="-82976" y="4540487"/>
            <a:ext cx="164802" cy="164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96" y="1107"/>
                </a:moveTo>
                <a:lnTo>
                  <a:pt x="20496" y="20493"/>
                </a:lnTo>
                <a:lnTo>
                  <a:pt x="1104" y="20493"/>
                </a:lnTo>
                <a:lnTo>
                  <a:pt x="1104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88" name="Google Shape;424;p20"/>
          <p:cNvSpPr/>
          <p:nvPr/>
        </p:nvSpPr>
        <p:spPr>
          <a:xfrm>
            <a:off x="101475" y="4727762"/>
            <a:ext cx="122677" cy="12265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3A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18825" y="411675"/>
            <a:ext cx="4727701" cy="57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Google Shape;95;p6"/>
          <p:cNvSpPr/>
          <p:nvPr/>
        </p:nvSpPr>
        <p:spPr>
          <a:xfrm>
            <a:off x="7573050" y="277374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" name="Google Shape;96;p6"/>
          <p:cNvSpPr/>
          <p:nvPr/>
        </p:nvSpPr>
        <p:spPr>
          <a:xfrm>
            <a:off x="8985873" y="411700"/>
            <a:ext cx="108627" cy="108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20" y="1765"/>
                </a:moveTo>
                <a:lnTo>
                  <a:pt x="19920" y="20019"/>
                </a:lnTo>
                <a:lnTo>
                  <a:pt x="1675" y="20019"/>
                </a:lnTo>
                <a:lnTo>
                  <a:pt x="1675" y="1765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5" name="Google Shape;97;p6"/>
          <p:cNvSpPr/>
          <p:nvPr/>
        </p:nvSpPr>
        <p:spPr>
          <a:xfrm>
            <a:off x="8359475" y="555874"/>
            <a:ext cx="52427" cy="52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129" y="3284"/>
                </a:moveTo>
                <a:lnTo>
                  <a:pt x="18129" y="18130"/>
                </a:lnTo>
                <a:lnTo>
                  <a:pt x="3276" y="18130"/>
                </a:lnTo>
                <a:lnTo>
                  <a:pt x="3276" y="328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6" name="Google Shape;98;p6"/>
          <p:cNvSpPr/>
          <p:nvPr/>
        </p:nvSpPr>
        <p:spPr>
          <a:xfrm>
            <a:off x="9122099" y="734248"/>
            <a:ext cx="164327" cy="164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33" y="1107"/>
                </a:moveTo>
                <a:lnTo>
                  <a:pt x="20433" y="20493"/>
                </a:lnTo>
                <a:lnTo>
                  <a:pt x="1048" y="20493"/>
                </a:lnTo>
                <a:lnTo>
                  <a:pt x="1048" y="1107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54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7" name="Google Shape;99;p6"/>
          <p:cNvSpPr/>
          <p:nvPr/>
        </p:nvSpPr>
        <p:spPr>
          <a:xfrm>
            <a:off x="8798600" y="1088650"/>
            <a:ext cx="155902" cy="1563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8" name="Google Shape;100;p6"/>
          <p:cNvSpPr/>
          <p:nvPr/>
        </p:nvSpPr>
        <p:spPr>
          <a:xfrm>
            <a:off x="6099342" y="-150601"/>
            <a:ext cx="96047" cy="954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493" y="2994"/>
                </a:moveTo>
                <a:lnTo>
                  <a:pt x="18493" y="18474"/>
                </a:lnTo>
                <a:lnTo>
                  <a:pt x="3107" y="18474"/>
                </a:lnTo>
                <a:lnTo>
                  <a:pt x="3107" y="299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9" name="Google Shape;101;p6"/>
          <p:cNvSpPr/>
          <p:nvPr/>
        </p:nvSpPr>
        <p:spPr>
          <a:xfrm>
            <a:off x="6702552" y="444534"/>
            <a:ext cx="95433" cy="954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605" y="3126"/>
                </a:moveTo>
                <a:lnTo>
                  <a:pt x="18605" y="18606"/>
                </a:lnTo>
                <a:lnTo>
                  <a:pt x="3120" y="18606"/>
                </a:lnTo>
                <a:lnTo>
                  <a:pt x="3120" y="3126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0" name="Google Shape;102;p6"/>
          <p:cNvSpPr/>
          <p:nvPr/>
        </p:nvSpPr>
        <p:spPr>
          <a:xfrm>
            <a:off x="5905005" y="143251"/>
            <a:ext cx="82230" cy="8223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1" name="Google Shape;103;p6"/>
          <p:cNvSpPr/>
          <p:nvPr/>
        </p:nvSpPr>
        <p:spPr>
          <a:xfrm>
            <a:off x="303599" y="4401725"/>
            <a:ext cx="167152" cy="16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46" y="1454"/>
                </a:moveTo>
                <a:lnTo>
                  <a:pt x="20146" y="20146"/>
                </a:lnTo>
                <a:lnTo>
                  <a:pt x="1454" y="20146"/>
                </a:lnTo>
                <a:lnTo>
                  <a:pt x="1454" y="1454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4FFD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2" name="Google Shape;104;p6"/>
          <p:cNvSpPr/>
          <p:nvPr/>
        </p:nvSpPr>
        <p:spPr>
          <a:xfrm>
            <a:off x="564075" y="4753900"/>
            <a:ext cx="155902" cy="15637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3" name="Body Level One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6279546" y="4635136"/>
            <a:ext cx="273654" cy="26425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Share Tech"/>
          <a:ea typeface="Share Tech"/>
          <a:cs typeface="Share Tech"/>
          <a:sym typeface="Share Tech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Share Tech"/>
          <a:ea typeface="Share Tech"/>
          <a:cs typeface="Share Tech"/>
          <a:sym typeface="Share Tech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Share Tech"/>
          <a:ea typeface="Share Tech"/>
          <a:cs typeface="Share Tech"/>
          <a:sym typeface="Share Tech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Share Tech"/>
          <a:ea typeface="Share Tech"/>
          <a:cs typeface="Share Tech"/>
          <a:sym typeface="Share Tech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Share Tech"/>
          <a:ea typeface="Share Tech"/>
          <a:cs typeface="Share Tech"/>
          <a:sym typeface="Share Tech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Share Tech"/>
          <a:ea typeface="Share Tech"/>
          <a:cs typeface="Share Tech"/>
          <a:sym typeface="Share Tech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Share Tech"/>
          <a:ea typeface="Share Tech"/>
          <a:cs typeface="Share Tech"/>
          <a:sym typeface="Share Tech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Share Tech"/>
          <a:ea typeface="Share Tech"/>
          <a:cs typeface="Share Tech"/>
          <a:sym typeface="Share Tech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Share Tech"/>
          <a:ea typeface="Share Tech"/>
          <a:cs typeface="Share Tech"/>
          <a:sym typeface="Share Tech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FFFFFF"/>
        </a:buClr>
        <a:buSzPts val="1800"/>
        <a:buFont typeface="Helvetica"/>
        <a:buChar char="●"/>
        <a:tabLst/>
        <a:defRPr b="0" baseline="0" cap="none" i="0" spc="0" strike="noStrike" sz="1800" u="none">
          <a:solidFill>
            <a:srgbClr val="FFFFFF"/>
          </a:solidFill>
          <a:uFillTx/>
          <a:latin typeface="Maven Pro"/>
          <a:ea typeface="Maven Pro"/>
          <a:cs typeface="Maven Pro"/>
          <a:sym typeface="Maven Pro"/>
        </a:defRPr>
      </a:lvl1pPr>
      <a:lvl2pPr marL="1005114" marR="0" indent="-4082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FFFFFF"/>
        </a:buClr>
        <a:buSzPts val="1800"/>
        <a:buFont typeface="Helvetica"/>
        <a:buChar char="○"/>
        <a:tabLst/>
        <a:defRPr b="0" baseline="0" cap="none" i="0" spc="0" strike="noStrike" sz="1800" u="none">
          <a:solidFill>
            <a:srgbClr val="FFFFFF"/>
          </a:solidFill>
          <a:uFillTx/>
          <a:latin typeface="Maven Pro"/>
          <a:ea typeface="Maven Pro"/>
          <a:cs typeface="Maven Pro"/>
          <a:sym typeface="Maven Pro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FFFFFF"/>
        </a:buClr>
        <a:buSzPts val="1800"/>
        <a:buFont typeface="Helvetica"/>
        <a:buChar char="■"/>
        <a:tabLst/>
        <a:defRPr b="0" baseline="0" cap="none" i="0" spc="0" strike="noStrike" sz="1800" u="none">
          <a:solidFill>
            <a:srgbClr val="FFFFFF"/>
          </a:solidFill>
          <a:uFillTx/>
          <a:latin typeface="Maven Pro"/>
          <a:ea typeface="Maven Pro"/>
          <a:cs typeface="Maven Pro"/>
          <a:sym typeface="Maven Pro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FFFFFF"/>
        </a:buClr>
        <a:buSzPts val="1800"/>
        <a:buFont typeface="Helvetica"/>
        <a:buChar char="●"/>
        <a:tabLst/>
        <a:defRPr b="0" baseline="0" cap="none" i="0" spc="0" strike="noStrike" sz="1800" u="none">
          <a:solidFill>
            <a:srgbClr val="FFFFFF"/>
          </a:solidFill>
          <a:uFillTx/>
          <a:latin typeface="Maven Pro"/>
          <a:ea typeface="Maven Pro"/>
          <a:cs typeface="Maven Pro"/>
          <a:sym typeface="Maven Pro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FFFFFF"/>
        </a:buClr>
        <a:buSzPts val="1800"/>
        <a:buFont typeface="Helvetica"/>
        <a:buChar char="○"/>
        <a:tabLst/>
        <a:defRPr b="0" baseline="0" cap="none" i="0" spc="0" strike="noStrike" sz="1800" u="none">
          <a:solidFill>
            <a:srgbClr val="FFFFFF"/>
          </a:solidFill>
          <a:uFillTx/>
          <a:latin typeface="Maven Pro"/>
          <a:ea typeface="Maven Pro"/>
          <a:cs typeface="Maven Pro"/>
          <a:sym typeface="Maven Pro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FFFFFF"/>
        </a:buClr>
        <a:buSzPts val="1800"/>
        <a:buFont typeface="Helvetica"/>
        <a:buChar char="■"/>
        <a:tabLst/>
        <a:defRPr b="0" baseline="0" cap="none" i="0" spc="0" strike="noStrike" sz="1800" u="none">
          <a:solidFill>
            <a:srgbClr val="FFFFFF"/>
          </a:solidFill>
          <a:uFillTx/>
          <a:latin typeface="Maven Pro"/>
          <a:ea typeface="Maven Pro"/>
          <a:cs typeface="Maven Pro"/>
          <a:sym typeface="Maven Pro"/>
        </a:defRPr>
      </a:lvl6pPr>
      <a:lvl7pPr marL="3291113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FFFFFF"/>
        </a:buClr>
        <a:buSzPts val="1800"/>
        <a:buFont typeface="Helvetica"/>
        <a:buChar char="●"/>
        <a:tabLst/>
        <a:defRPr b="0" baseline="0" cap="none" i="0" spc="0" strike="noStrike" sz="1800" u="none">
          <a:solidFill>
            <a:srgbClr val="FFFFFF"/>
          </a:solidFill>
          <a:uFillTx/>
          <a:latin typeface="Maven Pro"/>
          <a:ea typeface="Maven Pro"/>
          <a:cs typeface="Maven Pro"/>
          <a:sym typeface="Maven Pro"/>
        </a:defRPr>
      </a:lvl7pPr>
      <a:lvl8pPr marL="3748313" marR="0" indent="-4082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FFFFFF"/>
        </a:buClr>
        <a:buSzPts val="1800"/>
        <a:buFont typeface="Helvetica"/>
        <a:buChar char="○"/>
        <a:tabLst/>
        <a:defRPr b="0" baseline="0" cap="none" i="0" spc="0" strike="noStrike" sz="1800" u="none">
          <a:solidFill>
            <a:srgbClr val="FFFFFF"/>
          </a:solidFill>
          <a:uFillTx/>
          <a:latin typeface="Maven Pro"/>
          <a:ea typeface="Maven Pro"/>
          <a:cs typeface="Maven Pro"/>
          <a:sym typeface="Maven Pro"/>
        </a:defRPr>
      </a:lvl8pPr>
      <a:lvl9pPr marL="4205513" marR="0" indent="-4082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FFFFFF"/>
        </a:buClr>
        <a:buSzPts val="1800"/>
        <a:buFont typeface="Helvetica"/>
        <a:buChar char="■"/>
        <a:tabLst/>
        <a:defRPr b="0" baseline="0" cap="none" i="0" spc="0" strike="noStrike" sz="1800" u="none">
          <a:solidFill>
            <a:srgbClr val="FFFFFF"/>
          </a:solidFill>
          <a:uFillTx/>
          <a:latin typeface="Maven Pro"/>
          <a:ea typeface="Maven Pro"/>
          <a:cs typeface="Maven Pro"/>
          <a:sym typeface="Maven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Double-click to edi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20" name="Double-click to edi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Data Science Consulting by Slidesgo">
  <a:themeElements>
    <a:clrScheme name="Data Science Consulting by Slidesgo">
      <a:dk1>
        <a:srgbClr val="3A030A"/>
      </a:dk1>
      <a:lt1>
        <a:srgbClr val="3A030A"/>
      </a:lt1>
      <a:dk2>
        <a:srgbClr val="A7A7A7"/>
      </a:dk2>
      <a:lt2>
        <a:srgbClr val="535353"/>
      </a:lt2>
      <a:accent1>
        <a:srgbClr val="35D87B"/>
      </a:accent1>
      <a:accent2>
        <a:srgbClr val="FA5780"/>
      </a:accent2>
      <a:accent3>
        <a:srgbClr val="00FFC6"/>
      </a:accent3>
      <a:accent4>
        <a:srgbClr val="24D553"/>
      </a:accent4>
      <a:accent5>
        <a:srgbClr val="E462BC"/>
      </a:accent5>
      <a:accent6>
        <a:srgbClr val="00FCAE"/>
      </a:accent6>
      <a:hlink>
        <a:srgbClr val="0000FF"/>
      </a:hlink>
      <a:folHlink>
        <a:srgbClr val="FF00FF"/>
      </a:folHlink>
    </a:clrScheme>
    <a:fontScheme name="Data Science Consulting by Slidesgo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ata Science Consulting by Slidesg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A7133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3A030A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3A030A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ata Science Consulting by Slidesgo">
  <a:themeElements>
    <a:clrScheme name="Data Science Consulting by Slidesg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5D87B"/>
      </a:accent1>
      <a:accent2>
        <a:srgbClr val="FA5780"/>
      </a:accent2>
      <a:accent3>
        <a:srgbClr val="00FFC6"/>
      </a:accent3>
      <a:accent4>
        <a:srgbClr val="24D553"/>
      </a:accent4>
      <a:accent5>
        <a:srgbClr val="E462BC"/>
      </a:accent5>
      <a:accent6>
        <a:srgbClr val="00FCAE"/>
      </a:accent6>
      <a:hlink>
        <a:srgbClr val="0000FF"/>
      </a:hlink>
      <a:folHlink>
        <a:srgbClr val="FF00FF"/>
      </a:folHlink>
    </a:clrScheme>
    <a:fontScheme name="Data Science Consulting by Slidesgo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ata Science Consulting by Slidesg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A7133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3A030A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3A030A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